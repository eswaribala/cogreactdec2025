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0"/>
  </p:notesMasterIdLst>
  <p:handoutMasterIdLst>
    <p:handoutMasterId r:id="rId31"/>
  </p:handoutMasterIdLst>
  <p:sldIdLst>
    <p:sldId id="316" r:id="rId5"/>
    <p:sldId id="365" r:id="rId6"/>
    <p:sldId id="366" r:id="rId7"/>
    <p:sldId id="367" r:id="rId8"/>
    <p:sldId id="368" r:id="rId9"/>
    <p:sldId id="369" r:id="rId10"/>
    <p:sldId id="370" r:id="rId11"/>
    <p:sldId id="371" r:id="rId12"/>
    <p:sldId id="372" r:id="rId13"/>
    <p:sldId id="373" r:id="rId14"/>
    <p:sldId id="374" r:id="rId15"/>
    <p:sldId id="375" r:id="rId16"/>
    <p:sldId id="376" r:id="rId17"/>
    <p:sldId id="377" r:id="rId18"/>
    <p:sldId id="378" r:id="rId19"/>
    <p:sldId id="379" r:id="rId20"/>
    <p:sldId id="380" r:id="rId21"/>
    <p:sldId id="381" r:id="rId22"/>
    <p:sldId id="382" r:id="rId23"/>
    <p:sldId id="383" r:id="rId24"/>
    <p:sldId id="384" r:id="rId25"/>
    <p:sldId id="385" r:id="rId26"/>
    <p:sldId id="386" r:id="rId27"/>
    <p:sldId id="339" r:id="rId28"/>
    <p:sldId id="364" r:id="rId29"/>
  </p:sldIdLst>
  <p:sldSz cx="9144000" cy="6858000" type="screen4x3"/>
  <p:notesSz cx="6858000" cy="9144000"/>
  <p:custDataLst>
    <p:tags r:id="rId3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">
          <p15:clr>
            <a:srgbClr val="A4A3A4"/>
          </p15:clr>
        </p15:guide>
        <p15:guide id="2" orient="horz" pos="4043">
          <p15:clr>
            <a:srgbClr val="A4A3A4"/>
          </p15:clr>
        </p15:guide>
        <p15:guide id="3" orient="horz" pos="2387">
          <p15:clr>
            <a:srgbClr val="A4A3A4"/>
          </p15:clr>
        </p15:guide>
        <p15:guide id="4" orient="horz" pos="4233">
          <p15:clr>
            <a:srgbClr val="A4A3A4"/>
          </p15:clr>
        </p15:guide>
        <p15:guide id="5" orient="horz" pos="924">
          <p15:clr>
            <a:srgbClr val="A4A3A4"/>
          </p15:clr>
        </p15:guide>
        <p15:guide id="6" orient="horz" pos="736">
          <p15:clr>
            <a:srgbClr val="A4A3A4"/>
          </p15:clr>
        </p15:guide>
        <p15:guide id="7" orient="horz" pos="2882">
          <p15:clr>
            <a:srgbClr val="A4A3A4"/>
          </p15:clr>
        </p15:guide>
        <p15:guide id="8" orient="horz" pos="560">
          <p15:clr>
            <a:srgbClr val="A4A3A4"/>
          </p15:clr>
        </p15:guide>
        <p15:guide id="9" pos="2880">
          <p15:clr>
            <a:srgbClr val="A4A3A4"/>
          </p15:clr>
        </p15:guide>
        <p15:guide id="10" pos="280">
          <p15:clr>
            <a:srgbClr val="A4A3A4"/>
          </p15:clr>
        </p15:guide>
        <p15:guide id="11" pos="5501">
          <p15:clr>
            <a:srgbClr val="A4A3A4"/>
          </p15:clr>
        </p15:guide>
        <p15:guide id="12" pos="2824">
          <p15:clr>
            <a:srgbClr val="A4A3A4"/>
          </p15:clr>
        </p15:guide>
        <p15:guide id="13" pos="2936">
          <p15:clr>
            <a:srgbClr val="A4A3A4"/>
          </p15:clr>
        </p15:guide>
        <p15:guide id="14" pos="4172">
          <p15:clr>
            <a:srgbClr val="A4A3A4"/>
          </p15:clr>
        </p15:guide>
        <p15:guide id="15" pos="158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ndyJ" initials="JB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992222"/>
    <a:srgbClr val="00BBEE"/>
    <a:srgbClr val="7F7F7F"/>
    <a:srgbClr val="666666"/>
    <a:srgbClr val="FF0000"/>
    <a:srgbClr val="EDCAED"/>
    <a:srgbClr val="C85FC8"/>
    <a:srgbClr val="722772"/>
    <a:srgbClr val="869E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91" autoAdjust="0"/>
    <p:restoredTop sz="78333" autoAdjust="0"/>
  </p:normalViewPr>
  <p:slideViewPr>
    <p:cSldViewPr snapToObjects="1" showGuides="1">
      <p:cViewPr varScale="1">
        <p:scale>
          <a:sx n="66" d="100"/>
          <a:sy n="66" d="100"/>
        </p:scale>
        <p:origin x="1396" y="272"/>
      </p:cViewPr>
      <p:guideLst>
        <p:guide orient="horz" pos="5"/>
        <p:guide orient="horz" pos="4043"/>
        <p:guide orient="horz" pos="2387"/>
        <p:guide orient="horz" pos="4233"/>
        <p:guide orient="horz" pos="924"/>
        <p:guide orient="horz" pos="736"/>
        <p:guide orient="horz" pos="2882"/>
        <p:guide orient="horz" pos="560"/>
        <p:guide pos="2880"/>
        <p:guide pos="280"/>
        <p:guide pos="5501"/>
        <p:guide pos="2824"/>
        <p:guide pos="2936"/>
        <p:guide pos="4172"/>
        <p:guide pos="158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6940"/>
    </p:cViewPr>
  </p:sorterViewPr>
  <p:notesViewPr>
    <p:cSldViewPr snapToObjects="1" showGuides="1">
      <p:cViewPr varScale="1">
        <p:scale>
          <a:sx n="62" d="100"/>
          <a:sy n="62" d="100"/>
        </p:scale>
        <p:origin x="3226" y="77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gs" Target="tags/tag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8FA3CA-5725-4BA7-A851-72A62AC5A8EE}" type="datetimeFigureOut">
              <a:rPr lang="en-CA" smtClean="0"/>
              <a:pPr/>
              <a:t>2025-12-19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873CA4-7EF9-467F-99BD-6DDCB9451CF6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75470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B58700-9FA2-48CE-AC88-D71D45EB490A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9BC4E5-2BC1-4F43-85DD-A1B8F74CB7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004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Black Signa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swf_photo2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458788" y="544531"/>
            <a:ext cx="4811856" cy="1854206"/>
          </a:xfrm>
        </p:spPr>
        <p:txBody>
          <a:bodyPr anchor="b" anchorCtr="0">
            <a:noAutofit/>
          </a:bodyPr>
          <a:lstStyle>
            <a:lvl1pPr marL="0" indent="0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None/>
              <a:defRPr sz="360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900">
                <a:solidFill>
                  <a:schemeClr val="bg1"/>
                </a:solidFill>
              </a:defRPr>
            </a:lvl2pPr>
            <a:lvl3pPr marL="468000" indent="0">
              <a:buNone/>
              <a:defRPr/>
            </a:lvl3pPr>
          </a:lstStyle>
          <a:p>
            <a:pPr lvl="0"/>
            <a:r>
              <a:rPr lang="en-US" dirty="0"/>
              <a:t>Master Title Slide Headline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5701703" y="2274980"/>
            <a:ext cx="3074395" cy="2060440"/>
            <a:chOff x="5701703" y="682760"/>
            <a:chExt cx="3074395" cy="2060440"/>
          </a:xfrm>
        </p:grpSpPr>
        <p:sp>
          <p:nvSpPr>
            <p:cNvPr id="5" name="Freeform 4"/>
            <p:cNvSpPr/>
            <p:nvPr/>
          </p:nvSpPr>
          <p:spPr>
            <a:xfrm>
              <a:off x="6164291" y="682760"/>
              <a:ext cx="2013677" cy="2060440"/>
            </a:xfrm>
            <a:custGeom>
              <a:avLst/>
              <a:gdLst>
                <a:gd name="connsiteX0" fmla="*/ 0 w 4457700"/>
                <a:gd name="connsiteY0" fmla="*/ 0 h 4552950"/>
                <a:gd name="connsiteX1" fmla="*/ 4457700 w 4457700"/>
                <a:gd name="connsiteY1" fmla="*/ 1828800 h 4552950"/>
                <a:gd name="connsiteX2" fmla="*/ 4457700 w 4457700"/>
                <a:gd name="connsiteY2" fmla="*/ 2743200 h 4552950"/>
                <a:gd name="connsiteX3" fmla="*/ 0 w 4457700"/>
                <a:gd name="connsiteY3" fmla="*/ 4552950 h 4552950"/>
                <a:gd name="connsiteX4" fmla="*/ 0 w 4457700"/>
                <a:gd name="connsiteY4" fmla="*/ 3543300 h 4552950"/>
                <a:gd name="connsiteX5" fmla="*/ 3282950 w 4457700"/>
                <a:gd name="connsiteY5" fmla="*/ 2286000 h 4552950"/>
                <a:gd name="connsiteX6" fmla="*/ 0 w 4457700"/>
                <a:gd name="connsiteY6" fmla="*/ 1016000 h 4552950"/>
                <a:gd name="connsiteX7" fmla="*/ 0 w 4457700"/>
                <a:gd name="connsiteY7" fmla="*/ 0 h 4552950"/>
                <a:gd name="connsiteX0" fmla="*/ 0 w 4457700"/>
                <a:gd name="connsiteY0" fmla="*/ 0 h 4552950"/>
                <a:gd name="connsiteX1" fmla="*/ 4457700 w 4457700"/>
                <a:gd name="connsiteY1" fmla="*/ 1824037 h 4552950"/>
                <a:gd name="connsiteX2" fmla="*/ 4457700 w 4457700"/>
                <a:gd name="connsiteY2" fmla="*/ 2743200 h 4552950"/>
                <a:gd name="connsiteX3" fmla="*/ 0 w 4457700"/>
                <a:gd name="connsiteY3" fmla="*/ 4552950 h 4552950"/>
                <a:gd name="connsiteX4" fmla="*/ 0 w 4457700"/>
                <a:gd name="connsiteY4" fmla="*/ 3543300 h 4552950"/>
                <a:gd name="connsiteX5" fmla="*/ 3282950 w 4457700"/>
                <a:gd name="connsiteY5" fmla="*/ 2286000 h 4552950"/>
                <a:gd name="connsiteX6" fmla="*/ 0 w 4457700"/>
                <a:gd name="connsiteY6" fmla="*/ 1016000 h 4552950"/>
                <a:gd name="connsiteX7" fmla="*/ 0 w 4457700"/>
                <a:gd name="connsiteY7" fmla="*/ 0 h 4552950"/>
                <a:gd name="connsiteX0" fmla="*/ 0 w 4457700"/>
                <a:gd name="connsiteY0" fmla="*/ 0 h 4552950"/>
                <a:gd name="connsiteX1" fmla="*/ 4457700 w 4457700"/>
                <a:gd name="connsiteY1" fmla="*/ 1816893 h 4552950"/>
                <a:gd name="connsiteX2" fmla="*/ 4457700 w 4457700"/>
                <a:gd name="connsiteY2" fmla="*/ 2743200 h 4552950"/>
                <a:gd name="connsiteX3" fmla="*/ 0 w 4457700"/>
                <a:gd name="connsiteY3" fmla="*/ 4552950 h 4552950"/>
                <a:gd name="connsiteX4" fmla="*/ 0 w 4457700"/>
                <a:gd name="connsiteY4" fmla="*/ 3543300 h 4552950"/>
                <a:gd name="connsiteX5" fmla="*/ 3282950 w 4457700"/>
                <a:gd name="connsiteY5" fmla="*/ 2286000 h 4552950"/>
                <a:gd name="connsiteX6" fmla="*/ 0 w 4457700"/>
                <a:gd name="connsiteY6" fmla="*/ 1016000 h 4552950"/>
                <a:gd name="connsiteX7" fmla="*/ 0 w 4457700"/>
                <a:gd name="connsiteY7" fmla="*/ 0 h 4552950"/>
                <a:gd name="connsiteX0" fmla="*/ 0 w 4462462"/>
                <a:gd name="connsiteY0" fmla="*/ 0 h 4552950"/>
                <a:gd name="connsiteX1" fmla="*/ 4462462 w 4462462"/>
                <a:gd name="connsiteY1" fmla="*/ 1819275 h 4552950"/>
                <a:gd name="connsiteX2" fmla="*/ 4457700 w 4462462"/>
                <a:gd name="connsiteY2" fmla="*/ 2743200 h 4552950"/>
                <a:gd name="connsiteX3" fmla="*/ 0 w 4462462"/>
                <a:gd name="connsiteY3" fmla="*/ 4552950 h 4552950"/>
                <a:gd name="connsiteX4" fmla="*/ 0 w 4462462"/>
                <a:gd name="connsiteY4" fmla="*/ 3543300 h 4552950"/>
                <a:gd name="connsiteX5" fmla="*/ 3282950 w 4462462"/>
                <a:gd name="connsiteY5" fmla="*/ 2286000 h 4552950"/>
                <a:gd name="connsiteX6" fmla="*/ 0 w 4462462"/>
                <a:gd name="connsiteY6" fmla="*/ 1016000 h 4552950"/>
                <a:gd name="connsiteX7" fmla="*/ 0 w 4462462"/>
                <a:gd name="connsiteY7" fmla="*/ 0 h 4552950"/>
                <a:gd name="connsiteX0" fmla="*/ 0 w 4462921"/>
                <a:gd name="connsiteY0" fmla="*/ 0 h 4552950"/>
                <a:gd name="connsiteX1" fmla="*/ 4462462 w 4462921"/>
                <a:gd name="connsiteY1" fmla="*/ 1819275 h 4552950"/>
                <a:gd name="connsiteX2" fmla="*/ 4462463 w 4462921"/>
                <a:gd name="connsiteY2" fmla="*/ 2747962 h 4552950"/>
                <a:gd name="connsiteX3" fmla="*/ 0 w 4462921"/>
                <a:gd name="connsiteY3" fmla="*/ 4552950 h 4552950"/>
                <a:gd name="connsiteX4" fmla="*/ 0 w 4462921"/>
                <a:gd name="connsiteY4" fmla="*/ 3543300 h 4552950"/>
                <a:gd name="connsiteX5" fmla="*/ 3282950 w 4462921"/>
                <a:gd name="connsiteY5" fmla="*/ 2286000 h 4552950"/>
                <a:gd name="connsiteX6" fmla="*/ 0 w 4462921"/>
                <a:gd name="connsiteY6" fmla="*/ 1016000 h 4552950"/>
                <a:gd name="connsiteX7" fmla="*/ 0 w 4462921"/>
                <a:gd name="connsiteY7" fmla="*/ 0 h 4552950"/>
                <a:gd name="connsiteX0" fmla="*/ 0 w 4462921"/>
                <a:gd name="connsiteY0" fmla="*/ 0 h 4552950"/>
                <a:gd name="connsiteX1" fmla="*/ 4462462 w 4462921"/>
                <a:gd name="connsiteY1" fmla="*/ 1819275 h 4552950"/>
                <a:gd name="connsiteX2" fmla="*/ 4462463 w 4462921"/>
                <a:gd name="connsiteY2" fmla="*/ 2747962 h 4552950"/>
                <a:gd name="connsiteX3" fmla="*/ 0 w 4462921"/>
                <a:gd name="connsiteY3" fmla="*/ 4552950 h 4552950"/>
                <a:gd name="connsiteX4" fmla="*/ 0 w 4462921"/>
                <a:gd name="connsiteY4" fmla="*/ 3543300 h 4552950"/>
                <a:gd name="connsiteX5" fmla="*/ 3282950 w 4462921"/>
                <a:gd name="connsiteY5" fmla="*/ 2286000 h 4552950"/>
                <a:gd name="connsiteX6" fmla="*/ 0 w 4462921"/>
                <a:gd name="connsiteY6" fmla="*/ 1016000 h 4552950"/>
                <a:gd name="connsiteX7" fmla="*/ 0 w 4462921"/>
                <a:gd name="connsiteY7" fmla="*/ 0 h 4552950"/>
                <a:gd name="connsiteX0" fmla="*/ 0 w 4462921"/>
                <a:gd name="connsiteY0" fmla="*/ 0 h 4560094"/>
                <a:gd name="connsiteX1" fmla="*/ 4462462 w 4462921"/>
                <a:gd name="connsiteY1" fmla="*/ 1819275 h 4560094"/>
                <a:gd name="connsiteX2" fmla="*/ 4462463 w 4462921"/>
                <a:gd name="connsiteY2" fmla="*/ 2747962 h 4560094"/>
                <a:gd name="connsiteX3" fmla="*/ 2381 w 4462921"/>
                <a:gd name="connsiteY3" fmla="*/ 4560094 h 4560094"/>
                <a:gd name="connsiteX4" fmla="*/ 0 w 4462921"/>
                <a:gd name="connsiteY4" fmla="*/ 3543300 h 4560094"/>
                <a:gd name="connsiteX5" fmla="*/ 3282950 w 4462921"/>
                <a:gd name="connsiteY5" fmla="*/ 2286000 h 4560094"/>
                <a:gd name="connsiteX6" fmla="*/ 0 w 4462921"/>
                <a:gd name="connsiteY6" fmla="*/ 1016000 h 4560094"/>
                <a:gd name="connsiteX7" fmla="*/ 0 w 4462921"/>
                <a:gd name="connsiteY7" fmla="*/ 0 h 4560094"/>
                <a:gd name="connsiteX0" fmla="*/ 0 w 4462921"/>
                <a:gd name="connsiteY0" fmla="*/ 0 h 4560094"/>
                <a:gd name="connsiteX1" fmla="*/ 4462462 w 4462921"/>
                <a:gd name="connsiteY1" fmla="*/ 1819275 h 4560094"/>
                <a:gd name="connsiteX2" fmla="*/ 4462463 w 4462921"/>
                <a:gd name="connsiteY2" fmla="*/ 2747962 h 4560094"/>
                <a:gd name="connsiteX3" fmla="*/ 2381 w 4462921"/>
                <a:gd name="connsiteY3" fmla="*/ 4560094 h 4560094"/>
                <a:gd name="connsiteX4" fmla="*/ 0 w 4462921"/>
                <a:gd name="connsiteY4" fmla="*/ 3543300 h 4560094"/>
                <a:gd name="connsiteX5" fmla="*/ 3275807 w 4462921"/>
                <a:gd name="connsiteY5" fmla="*/ 2286000 h 4560094"/>
                <a:gd name="connsiteX6" fmla="*/ 0 w 4462921"/>
                <a:gd name="connsiteY6" fmla="*/ 1016000 h 4560094"/>
                <a:gd name="connsiteX7" fmla="*/ 0 w 4462921"/>
                <a:gd name="connsiteY7" fmla="*/ 0 h 4560094"/>
                <a:gd name="connsiteX0" fmla="*/ 0 w 4462921"/>
                <a:gd name="connsiteY0" fmla="*/ 0 h 4557713"/>
                <a:gd name="connsiteX1" fmla="*/ 4462462 w 4462921"/>
                <a:gd name="connsiteY1" fmla="*/ 1819275 h 4557713"/>
                <a:gd name="connsiteX2" fmla="*/ 4462463 w 4462921"/>
                <a:gd name="connsiteY2" fmla="*/ 2747962 h 4557713"/>
                <a:gd name="connsiteX3" fmla="*/ 2381 w 4462921"/>
                <a:gd name="connsiteY3" fmla="*/ 4557713 h 4557713"/>
                <a:gd name="connsiteX4" fmla="*/ 0 w 4462921"/>
                <a:gd name="connsiteY4" fmla="*/ 3543300 h 4557713"/>
                <a:gd name="connsiteX5" fmla="*/ 3275807 w 4462921"/>
                <a:gd name="connsiteY5" fmla="*/ 2286000 h 4557713"/>
                <a:gd name="connsiteX6" fmla="*/ 0 w 4462921"/>
                <a:gd name="connsiteY6" fmla="*/ 1016000 h 4557713"/>
                <a:gd name="connsiteX7" fmla="*/ 0 w 4462921"/>
                <a:gd name="connsiteY7" fmla="*/ 0 h 4557713"/>
                <a:gd name="connsiteX0" fmla="*/ 0 w 4462921"/>
                <a:gd name="connsiteY0" fmla="*/ 0 h 4562475"/>
                <a:gd name="connsiteX1" fmla="*/ 4462462 w 4462921"/>
                <a:gd name="connsiteY1" fmla="*/ 1819275 h 4562475"/>
                <a:gd name="connsiteX2" fmla="*/ 4462463 w 4462921"/>
                <a:gd name="connsiteY2" fmla="*/ 2747962 h 4562475"/>
                <a:gd name="connsiteX3" fmla="*/ 2381 w 4462921"/>
                <a:gd name="connsiteY3" fmla="*/ 4562475 h 4562475"/>
                <a:gd name="connsiteX4" fmla="*/ 0 w 4462921"/>
                <a:gd name="connsiteY4" fmla="*/ 3543300 h 4562475"/>
                <a:gd name="connsiteX5" fmla="*/ 3275807 w 4462921"/>
                <a:gd name="connsiteY5" fmla="*/ 2286000 h 4562475"/>
                <a:gd name="connsiteX6" fmla="*/ 0 w 4462921"/>
                <a:gd name="connsiteY6" fmla="*/ 1016000 h 4562475"/>
                <a:gd name="connsiteX7" fmla="*/ 0 w 4462921"/>
                <a:gd name="connsiteY7" fmla="*/ 0 h 4562475"/>
                <a:gd name="connsiteX0" fmla="*/ 2486 w 4465407"/>
                <a:gd name="connsiteY0" fmla="*/ 0 h 4564856"/>
                <a:gd name="connsiteX1" fmla="*/ 4464948 w 4465407"/>
                <a:gd name="connsiteY1" fmla="*/ 1819275 h 4564856"/>
                <a:gd name="connsiteX2" fmla="*/ 4464949 w 4465407"/>
                <a:gd name="connsiteY2" fmla="*/ 2747962 h 4564856"/>
                <a:gd name="connsiteX3" fmla="*/ 105 w 4465407"/>
                <a:gd name="connsiteY3" fmla="*/ 4564856 h 4564856"/>
                <a:gd name="connsiteX4" fmla="*/ 2486 w 4465407"/>
                <a:gd name="connsiteY4" fmla="*/ 3543300 h 4564856"/>
                <a:gd name="connsiteX5" fmla="*/ 3278293 w 4465407"/>
                <a:gd name="connsiteY5" fmla="*/ 2286000 h 4564856"/>
                <a:gd name="connsiteX6" fmla="*/ 2486 w 4465407"/>
                <a:gd name="connsiteY6" fmla="*/ 1016000 h 4564856"/>
                <a:gd name="connsiteX7" fmla="*/ 2486 w 4465407"/>
                <a:gd name="connsiteY7" fmla="*/ 0 h 4564856"/>
                <a:gd name="connsiteX0" fmla="*/ 2610 w 4465531"/>
                <a:gd name="connsiteY0" fmla="*/ 0 h 4564856"/>
                <a:gd name="connsiteX1" fmla="*/ 4465072 w 4465531"/>
                <a:gd name="connsiteY1" fmla="*/ 1819275 h 4564856"/>
                <a:gd name="connsiteX2" fmla="*/ 4465073 w 4465531"/>
                <a:gd name="connsiteY2" fmla="*/ 2747962 h 4564856"/>
                <a:gd name="connsiteX3" fmla="*/ 229 w 4465531"/>
                <a:gd name="connsiteY3" fmla="*/ 4564856 h 4564856"/>
                <a:gd name="connsiteX4" fmla="*/ 228 w 4465531"/>
                <a:gd name="connsiteY4" fmla="*/ 3545681 h 4564856"/>
                <a:gd name="connsiteX5" fmla="*/ 3278417 w 4465531"/>
                <a:gd name="connsiteY5" fmla="*/ 2286000 h 4564856"/>
                <a:gd name="connsiteX6" fmla="*/ 2610 w 4465531"/>
                <a:gd name="connsiteY6" fmla="*/ 1016000 h 4564856"/>
                <a:gd name="connsiteX7" fmla="*/ 2610 w 4465531"/>
                <a:gd name="connsiteY7" fmla="*/ 0 h 4564856"/>
                <a:gd name="connsiteX0" fmla="*/ 2610 w 4465531"/>
                <a:gd name="connsiteY0" fmla="*/ 0 h 4564856"/>
                <a:gd name="connsiteX1" fmla="*/ 4465072 w 4465531"/>
                <a:gd name="connsiteY1" fmla="*/ 1819275 h 4564856"/>
                <a:gd name="connsiteX2" fmla="*/ 4465073 w 4465531"/>
                <a:gd name="connsiteY2" fmla="*/ 2750343 h 4564856"/>
                <a:gd name="connsiteX3" fmla="*/ 229 w 4465531"/>
                <a:gd name="connsiteY3" fmla="*/ 4564856 h 4564856"/>
                <a:gd name="connsiteX4" fmla="*/ 228 w 4465531"/>
                <a:gd name="connsiteY4" fmla="*/ 3545681 h 4564856"/>
                <a:gd name="connsiteX5" fmla="*/ 3278417 w 4465531"/>
                <a:gd name="connsiteY5" fmla="*/ 2286000 h 4564856"/>
                <a:gd name="connsiteX6" fmla="*/ 2610 w 4465531"/>
                <a:gd name="connsiteY6" fmla="*/ 1016000 h 4564856"/>
                <a:gd name="connsiteX7" fmla="*/ 2610 w 4465531"/>
                <a:gd name="connsiteY7" fmla="*/ 0 h 4564856"/>
                <a:gd name="connsiteX0" fmla="*/ 2610 w 4465531"/>
                <a:gd name="connsiteY0" fmla="*/ 0 h 4564856"/>
                <a:gd name="connsiteX1" fmla="*/ 4465072 w 4465531"/>
                <a:gd name="connsiteY1" fmla="*/ 1819275 h 4564856"/>
                <a:gd name="connsiteX2" fmla="*/ 4465073 w 4465531"/>
                <a:gd name="connsiteY2" fmla="*/ 2755106 h 4564856"/>
                <a:gd name="connsiteX3" fmla="*/ 229 w 4465531"/>
                <a:gd name="connsiteY3" fmla="*/ 4564856 h 4564856"/>
                <a:gd name="connsiteX4" fmla="*/ 228 w 4465531"/>
                <a:gd name="connsiteY4" fmla="*/ 3545681 h 4564856"/>
                <a:gd name="connsiteX5" fmla="*/ 3278417 w 4465531"/>
                <a:gd name="connsiteY5" fmla="*/ 2286000 h 4564856"/>
                <a:gd name="connsiteX6" fmla="*/ 2610 w 4465531"/>
                <a:gd name="connsiteY6" fmla="*/ 1016000 h 4564856"/>
                <a:gd name="connsiteX7" fmla="*/ 2610 w 4465531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8417 w 4467453"/>
                <a:gd name="connsiteY5" fmla="*/ 2286000 h 4564856"/>
                <a:gd name="connsiteX6" fmla="*/ 2610 w 4467453"/>
                <a:gd name="connsiteY6" fmla="*/ 1016000 h 4564856"/>
                <a:gd name="connsiteX7" fmla="*/ 2610 w 4467453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8417 w 4467453"/>
                <a:gd name="connsiteY5" fmla="*/ 2286000 h 4564856"/>
                <a:gd name="connsiteX6" fmla="*/ 2610 w 4467453"/>
                <a:gd name="connsiteY6" fmla="*/ 1020763 h 4564856"/>
                <a:gd name="connsiteX7" fmla="*/ 2610 w 4467453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1273 w 4467453"/>
                <a:gd name="connsiteY5" fmla="*/ 2288382 h 4564856"/>
                <a:gd name="connsiteX6" fmla="*/ 2610 w 4467453"/>
                <a:gd name="connsiteY6" fmla="*/ 1020763 h 4564856"/>
                <a:gd name="connsiteX7" fmla="*/ 2610 w 4467453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1273 w 4467453"/>
                <a:gd name="connsiteY5" fmla="*/ 2288382 h 4564856"/>
                <a:gd name="connsiteX6" fmla="*/ 2610 w 4467453"/>
                <a:gd name="connsiteY6" fmla="*/ 1020763 h 4564856"/>
                <a:gd name="connsiteX7" fmla="*/ 2610 w 4467453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9275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71273 w 4465530"/>
                <a:gd name="connsiteY5" fmla="*/ 2288382 h 4564856"/>
                <a:gd name="connsiteX6" fmla="*/ 2610 w 4465530"/>
                <a:gd name="connsiteY6" fmla="*/ 1020763 h 4564856"/>
                <a:gd name="connsiteX7" fmla="*/ 2610 w 4465530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2131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71273 w 4465530"/>
                <a:gd name="connsiteY5" fmla="*/ 2288382 h 4564856"/>
                <a:gd name="connsiteX6" fmla="*/ 2610 w 4465530"/>
                <a:gd name="connsiteY6" fmla="*/ 1020763 h 4564856"/>
                <a:gd name="connsiteX7" fmla="*/ 2610 w 4465530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2131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71273 w 4465530"/>
                <a:gd name="connsiteY5" fmla="*/ 2288382 h 4564856"/>
                <a:gd name="connsiteX6" fmla="*/ 2610 w 4465530"/>
                <a:gd name="connsiteY6" fmla="*/ 1023145 h 4564856"/>
                <a:gd name="connsiteX7" fmla="*/ 2610 w 4465530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2131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64129 w 4465530"/>
                <a:gd name="connsiteY5" fmla="*/ 2288382 h 4564856"/>
                <a:gd name="connsiteX6" fmla="*/ 2610 w 4465530"/>
                <a:gd name="connsiteY6" fmla="*/ 1023145 h 4564856"/>
                <a:gd name="connsiteX7" fmla="*/ 2610 w 4465530"/>
                <a:gd name="connsiteY7" fmla="*/ 0 h 4564856"/>
                <a:gd name="connsiteX0" fmla="*/ 0 w 4467986"/>
                <a:gd name="connsiteY0" fmla="*/ 0 h 4564856"/>
                <a:gd name="connsiteX1" fmla="*/ 4467527 w 4467986"/>
                <a:gd name="connsiteY1" fmla="*/ 1812131 h 4564856"/>
                <a:gd name="connsiteX2" fmla="*/ 4467529 w 4467986"/>
                <a:gd name="connsiteY2" fmla="*/ 2755106 h 4564856"/>
                <a:gd name="connsiteX3" fmla="*/ 2685 w 4467986"/>
                <a:gd name="connsiteY3" fmla="*/ 4564856 h 4564856"/>
                <a:gd name="connsiteX4" fmla="*/ 2684 w 4467986"/>
                <a:gd name="connsiteY4" fmla="*/ 3545681 h 4564856"/>
                <a:gd name="connsiteX5" fmla="*/ 3266585 w 4467986"/>
                <a:gd name="connsiteY5" fmla="*/ 2288382 h 4564856"/>
                <a:gd name="connsiteX6" fmla="*/ 5066 w 4467986"/>
                <a:gd name="connsiteY6" fmla="*/ 1023145 h 4564856"/>
                <a:gd name="connsiteX7" fmla="*/ 0 w 4467986"/>
                <a:gd name="connsiteY7" fmla="*/ 0 h 4564856"/>
                <a:gd name="connsiteX0" fmla="*/ 0 w 4467986"/>
                <a:gd name="connsiteY0" fmla="*/ 0 h 4564856"/>
                <a:gd name="connsiteX1" fmla="*/ 4467527 w 4467986"/>
                <a:gd name="connsiteY1" fmla="*/ 1812131 h 4564856"/>
                <a:gd name="connsiteX2" fmla="*/ 4467529 w 4467986"/>
                <a:gd name="connsiteY2" fmla="*/ 2755106 h 4564856"/>
                <a:gd name="connsiteX3" fmla="*/ 2685 w 4467986"/>
                <a:gd name="connsiteY3" fmla="*/ 4564856 h 4564856"/>
                <a:gd name="connsiteX4" fmla="*/ 2684 w 4467986"/>
                <a:gd name="connsiteY4" fmla="*/ 3545681 h 4564856"/>
                <a:gd name="connsiteX5" fmla="*/ 3266585 w 4467986"/>
                <a:gd name="connsiteY5" fmla="*/ 2288382 h 4564856"/>
                <a:gd name="connsiteX6" fmla="*/ 2533 w 4467986"/>
                <a:gd name="connsiteY6" fmla="*/ 1018079 h 4564856"/>
                <a:gd name="connsiteX7" fmla="*/ 0 w 4467986"/>
                <a:gd name="connsiteY7" fmla="*/ 0 h 4564856"/>
                <a:gd name="connsiteX0" fmla="*/ 0 w 4467986"/>
                <a:gd name="connsiteY0" fmla="*/ 0 h 4564856"/>
                <a:gd name="connsiteX1" fmla="*/ 4467527 w 4467986"/>
                <a:gd name="connsiteY1" fmla="*/ 1812131 h 4564856"/>
                <a:gd name="connsiteX2" fmla="*/ 4467529 w 4467986"/>
                <a:gd name="connsiteY2" fmla="*/ 2755106 h 4564856"/>
                <a:gd name="connsiteX3" fmla="*/ 2685 w 4467986"/>
                <a:gd name="connsiteY3" fmla="*/ 4564856 h 4564856"/>
                <a:gd name="connsiteX4" fmla="*/ 2684 w 4467986"/>
                <a:gd name="connsiteY4" fmla="*/ 3545681 h 4564856"/>
                <a:gd name="connsiteX5" fmla="*/ 3266585 w 4467986"/>
                <a:gd name="connsiteY5" fmla="*/ 2288382 h 4564856"/>
                <a:gd name="connsiteX6" fmla="*/ 2533 w 4467986"/>
                <a:gd name="connsiteY6" fmla="*/ 1023145 h 4564856"/>
                <a:gd name="connsiteX7" fmla="*/ 0 w 4467986"/>
                <a:gd name="connsiteY7" fmla="*/ 0 h 4564856"/>
                <a:gd name="connsiteX0" fmla="*/ 0 w 4467986"/>
                <a:gd name="connsiteY0" fmla="*/ 0 h 4567262"/>
                <a:gd name="connsiteX1" fmla="*/ 4467527 w 4467986"/>
                <a:gd name="connsiteY1" fmla="*/ 1814537 h 4567262"/>
                <a:gd name="connsiteX2" fmla="*/ 4467529 w 4467986"/>
                <a:gd name="connsiteY2" fmla="*/ 2757512 h 4567262"/>
                <a:gd name="connsiteX3" fmla="*/ 2685 w 4467986"/>
                <a:gd name="connsiteY3" fmla="*/ 4567262 h 4567262"/>
                <a:gd name="connsiteX4" fmla="*/ 2684 w 4467986"/>
                <a:gd name="connsiteY4" fmla="*/ 3548087 h 4567262"/>
                <a:gd name="connsiteX5" fmla="*/ 3266585 w 4467986"/>
                <a:gd name="connsiteY5" fmla="*/ 2290788 h 4567262"/>
                <a:gd name="connsiteX6" fmla="*/ 2533 w 4467986"/>
                <a:gd name="connsiteY6" fmla="*/ 1025551 h 4567262"/>
                <a:gd name="connsiteX7" fmla="*/ 0 w 4467986"/>
                <a:gd name="connsiteY7" fmla="*/ 0 h 4567262"/>
                <a:gd name="connsiteX0" fmla="*/ 377 w 4465956"/>
                <a:gd name="connsiteY0" fmla="*/ 0 h 4569668"/>
                <a:gd name="connsiteX1" fmla="*/ 4465497 w 4465956"/>
                <a:gd name="connsiteY1" fmla="*/ 1816943 h 4569668"/>
                <a:gd name="connsiteX2" fmla="*/ 4465499 w 4465956"/>
                <a:gd name="connsiteY2" fmla="*/ 2759918 h 4569668"/>
                <a:gd name="connsiteX3" fmla="*/ 655 w 4465956"/>
                <a:gd name="connsiteY3" fmla="*/ 4569668 h 4569668"/>
                <a:gd name="connsiteX4" fmla="*/ 654 w 4465956"/>
                <a:gd name="connsiteY4" fmla="*/ 3550493 h 4569668"/>
                <a:gd name="connsiteX5" fmla="*/ 3264555 w 4465956"/>
                <a:gd name="connsiteY5" fmla="*/ 2293194 h 4569668"/>
                <a:gd name="connsiteX6" fmla="*/ 503 w 4465956"/>
                <a:gd name="connsiteY6" fmla="*/ 1027957 h 4569668"/>
                <a:gd name="connsiteX7" fmla="*/ 377 w 4465956"/>
                <a:gd name="connsiteY7" fmla="*/ 0 h 4569668"/>
                <a:gd name="connsiteX0" fmla="*/ 377 w 4465956"/>
                <a:gd name="connsiteY0" fmla="*/ 0 h 4569668"/>
                <a:gd name="connsiteX1" fmla="*/ 4465497 w 4465956"/>
                <a:gd name="connsiteY1" fmla="*/ 1816943 h 4569668"/>
                <a:gd name="connsiteX2" fmla="*/ 4465499 w 4465956"/>
                <a:gd name="connsiteY2" fmla="*/ 2759918 h 4569668"/>
                <a:gd name="connsiteX3" fmla="*/ 655 w 4465956"/>
                <a:gd name="connsiteY3" fmla="*/ 4569668 h 4569668"/>
                <a:gd name="connsiteX4" fmla="*/ 654 w 4465956"/>
                <a:gd name="connsiteY4" fmla="*/ 3548111 h 4569668"/>
                <a:gd name="connsiteX5" fmla="*/ 3264555 w 4465956"/>
                <a:gd name="connsiteY5" fmla="*/ 2293194 h 4569668"/>
                <a:gd name="connsiteX6" fmla="*/ 503 w 4465956"/>
                <a:gd name="connsiteY6" fmla="*/ 1027957 h 4569668"/>
                <a:gd name="connsiteX7" fmla="*/ 377 w 4465956"/>
                <a:gd name="connsiteY7" fmla="*/ 0 h 4569668"/>
                <a:gd name="connsiteX0" fmla="*/ 377 w 4465956"/>
                <a:gd name="connsiteY0" fmla="*/ 0 h 4569668"/>
                <a:gd name="connsiteX1" fmla="*/ 4465497 w 4465956"/>
                <a:gd name="connsiteY1" fmla="*/ 1816943 h 4569668"/>
                <a:gd name="connsiteX2" fmla="*/ 4465499 w 4465956"/>
                <a:gd name="connsiteY2" fmla="*/ 2759918 h 4569668"/>
                <a:gd name="connsiteX3" fmla="*/ 655 w 4465956"/>
                <a:gd name="connsiteY3" fmla="*/ 4569668 h 4569668"/>
                <a:gd name="connsiteX4" fmla="*/ 654 w 4465956"/>
                <a:gd name="connsiteY4" fmla="*/ 3548111 h 4569668"/>
                <a:gd name="connsiteX5" fmla="*/ 3257411 w 4465956"/>
                <a:gd name="connsiteY5" fmla="*/ 2293194 h 4569668"/>
                <a:gd name="connsiteX6" fmla="*/ 503 w 4465956"/>
                <a:gd name="connsiteY6" fmla="*/ 1027957 h 4569668"/>
                <a:gd name="connsiteX7" fmla="*/ 377 w 4465956"/>
                <a:gd name="connsiteY7" fmla="*/ 0 h 4569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65956" h="4569668">
                  <a:moveTo>
                    <a:pt x="377" y="0"/>
                  </a:moveTo>
                  <a:lnTo>
                    <a:pt x="4465497" y="1816943"/>
                  </a:lnTo>
                  <a:cubicBezTo>
                    <a:pt x="4463910" y="2124918"/>
                    <a:pt x="4467086" y="2451943"/>
                    <a:pt x="4465499" y="2759918"/>
                  </a:cubicBezTo>
                  <a:lnTo>
                    <a:pt x="655" y="4569668"/>
                  </a:lnTo>
                  <a:cubicBezTo>
                    <a:pt x="-139" y="4230737"/>
                    <a:pt x="1448" y="3887042"/>
                    <a:pt x="654" y="3548111"/>
                  </a:cubicBezTo>
                  <a:lnTo>
                    <a:pt x="3257411" y="2293194"/>
                  </a:lnTo>
                  <a:lnTo>
                    <a:pt x="503" y="1027957"/>
                  </a:lnTo>
                  <a:cubicBezTo>
                    <a:pt x="-1186" y="686909"/>
                    <a:pt x="2066" y="341048"/>
                    <a:pt x="3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01703" y="1523009"/>
              <a:ext cx="3074395" cy="251999"/>
            </a:xfrm>
            <a:prstGeom prst="rect">
              <a:avLst/>
            </a:prstGeom>
          </p:spPr>
        </p:pic>
      </p:grp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3817" y="6279323"/>
            <a:ext cx="2520922" cy="176078"/>
          </a:xfrm>
          <a:prstGeom prst="rect">
            <a:avLst/>
          </a:prstGeom>
        </p:spPr>
      </p:pic>
      <p:cxnSp>
        <p:nvCxnSpPr>
          <p:cNvPr id="12" name="Straight Connector 11"/>
          <p:cNvCxnSpPr/>
          <p:nvPr userDrawn="1"/>
        </p:nvCxnSpPr>
        <p:spPr>
          <a:xfrm>
            <a:off x="457200" y="6570921"/>
            <a:ext cx="8686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459320" y="2543510"/>
            <a:ext cx="4811323" cy="1233311"/>
          </a:xfrm>
        </p:spPr>
        <p:txBody>
          <a:bodyPr>
            <a:noAutofit/>
          </a:bodyPr>
          <a:lstStyle>
            <a:lvl1pPr marL="0" indent="0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None/>
              <a:defRPr sz="2400" baseline="0">
                <a:solidFill>
                  <a:schemeClr val="bg2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900">
                <a:solidFill>
                  <a:schemeClr val="bg1"/>
                </a:solidFill>
              </a:defRPr>
            </a:lvl2pPr>
            <a:lvl3pPr marL="468000" indent="0">
              <a:buNone/>
              <a:defRPr/>
            </a:lvl3pPr>
          </a:lstStyle>
          <a:p>
            <a:pPr lvl="0"/>
            <a:r>
              <a:rPr lang="en-US" dirty="0"/>
              <a:t>Master Title Slide Headline</a:t>
            </a:r>
          </a:p>
        </p:txBody>
      </p:sp>
    </p:spTree>
    <p:extLst>
      <p:ext uri="{BB962C8B-B14F-4D97-AF65-F5344CB8AC3E}">
        <p14:creationId xmlns:p14="http://schemas.microsoft.com/office/powerpoint/2010/main" val="4195377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tk318019rkn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310097"/>
            <a:ext cx="8228013" cy="670326"/>
          </a:xfrm>
        </p:spPr>
        <p:txBody>
          <a:bodyPr lIns="0" rIns="0" anchor="b" anchorCtr="0">
            <a:noAutofit/>
          </a:bodyPr>
          <a:lstStyle>
            <a:lvl1pPr marL="0" indent="0"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None/>
              <a:defRPr sz="4000" b="0" baseline="0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900">
                <a:solidFill>
                  <a:schemeClr val="bg1"/>
                </a:solidFill>
              </a:defRPr>
            </a:lvl2pPr>
            <a:lvl3pPr marL="468000" indent="0">
              <a:buNone/>
              <a:defRPr/>
            </a:lvl3pPr>
          </a:lstStyle>
          <a:p>
            <a:pPr lvl="0"/>
            <a:r>
              <a:rPr lang="en-US" dirty="0"/>
              <a:t>Master Divider Slide Headline</a:t>
            </a:r>
          </a:p>
        </p:txBody>
      </p:sp>
    </p:spTree>
    <p:extLst>
      <p:ext uri="{BB962C8B-B14F-4D97-AF65-F5344CB8AC3E}">
        <p14:creationId xmlns:p14="http://schemas.microsoft.com/office/powerpoint/2010/main" val="2309944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/>
        <p:txBody>
          <a:bodyPr/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en-CA" dirty="0"/>
              <a:t>First Level Text</a:t>
            </a:r>
          </a:p>
          <a:p>
            <a:pPr lvl="1"/>
            <a:r>
              <a:rPr lang="en-CA" dirty="0"/>
              <a:t>Second Level Text</a:t>
            </a:r>
          </a:p>
          <a:p>
            <a:pPr lvl="2"/>
            <a:r>
              <a:rPr lang="en-CA" dirty="0"/>
              <a:t>Third Level Text</a:t>
            </a:r>
          </a:p>
          <a:p>
            <a:pPr lvl="3"/>
            <a:r>
              <a:rPr lang="en-CA" dirty="0"/>
              <a:t>Fourth Level Text</a:t>
            </a:r>
          </a:p>
          <a:p>
            <a:pPr lvl="4"/>
            <a:r>
              <a:rPr lang="en-CA" dirty="0"/>
              <a:t>Fifth Level Text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57994" y="1162050"/>
            <a:ext cx="868600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Master Title Slide Headline</a:t>
            </a:r>
            <a:endParaRPr lang="en-CA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144698" y="6562940"/>
            <a:ext cx="536400" cy="244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597A8DCA-8F96-49CD-B4D5-7AC92F955860}" type="slidenum">
              <a:rPr lang="en-CA" sz="900" smtClean="0">
                <a:solidFill>
                  <a:srgbClr val="7F7F7F"/>
                </a:solidFill>
                <a:latin typeface="Arial" pitchFamily="34" charset="0"/>
                <a:cs typeface="Arial" pitchFamily="34" charset="0"/>
              </a:rPr>
              <a:pPr algn="r"/>
              <a:t>‹#›</a:t>
            </a:fld>
            <a:endParaRPr lang="en-CA" sz="900" dirty="0">
              <a:solidFill>
                <a:srgbClr val="7F7F7F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237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ara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/>
        <p:txBody>
          <a:bodyPr/>
          <a:lstStyle>
            <a:lvl1pPr marL="0" indent="0">
              <a:spcBef>
                <a:spcPts val="1200"/>
              </a:spcBef>
              <a:spcAft>
                <a:spcPts val="0"/>
              </a:spcAft>
              <a:buNone/>
              <a:defRPr sz="2400" b="1">
                <a:solidFill>
                  <a:schemeClr val="bg2"/>
                </a:solidFill>
              </a:defRPr>
            </a:lvl1pPr>
            <a:lvl2pPr marL="231775" indent="-231775">
              <a:spcBef>
                <a:spcPts val="624"/>
              </a:spcBef>
              <a:buFont typeface="Arial" pitchFamily="34" charset="0"/>
              <a:buChar char="•"/>
              <a:defRPr/>
            </a:lvl2pPr>
            <a:lvl3pPr marL="457200" indent="-231775">
              <a:buFont typeface="Arial" pitchFamily="34" charset="0"/>
              <a:buChar char="–"/>
              <a:defRPr/>
            </a:lvl3pPr>
            <a:lvl4pPr marL="688975" indent="-225425">
              <a:buFont typeface="Arial" pitchFamily="34" charset="0"/>
              <a:buChar char="•"/>
              <a:defRPr/>
            </a:lvl4pPr>
            <a:lvl5pPr marL="914400" indent="-225425">
              <a:buFont typeface="Arial" pitchFamily="34" charset="0"/>
              <a:buChar char="–"/>
              <a:tabLst/>
              <a:defRPr/>
            </a:lvl5pPr>
          </a:lstStyle>
          <a:p>
            <a:pPr lvl="0"/>
            <a:r>
              <a:rPr lang="en-CA" dirty="0"/>
              <a:t>First Level Text</a:t>
            </a:r>
          </a:p>
          <a:p>
            <a:pPr lvl="1"/>
            <a:r>
              <a:rPr lang="en-CA" dirty="0"/>
              <a:t>Second Level Text</a:t>
            </a:r>
          </a:p>
          <a:p>
            <a:pPr lvl="2"/>
            <a:r>
              <a:rPr lang="en-CA" dirty="0"/>
              <a:t>Third Level Text</a:t>
            </a:r>
          </a:p>
          <a:p>
            <a:pPr lvl="3"/>
            <a:r>
              <a:rPr lang="en-CA" dirty="0"/>
              <a:t>Fourth Level Text</a:t>
            </a:r>
          </a:p>
          <a:p>
            <a:pPr lvl="4"/>
            <a:r>
              <a:rPr lang="en-CA" dirty="0"/>
              <a:t>Fifth Level Text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457994" y="1162050"/>
            <a:ext cx="868600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Master Title Slide Headline</a:t>
            </a:r>
            <a:endParaRPr lang="en-CA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8144698" y="6562940"/>
            <a:ext cx="536400" cy="244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597A8DCA-8F96-49CD-B4D5-7AC92F955860}" type="slidenum">
              <a:rPr lang="en-CA" sz="900" smtClean="0">
                <a:solidFill>
                  <a:srgbClr val="7F7F7F"/>
                </a:solidFill>
                <a:latin typeface="Arial" pitchFamily="34" charset="0"/>
                <a:cs typeface="Arial" pitchFamily="34" charset="0"/>
              </a:rPr>
              <a:pPr algn="r"/>
              <a:t>‹#›</a:t>
            </a:fld>
            <a:endParaRPr lang="en-CA" sz="900" dirty="0">
              <a:solidFill>
                <a:srgbClr val="7F7F7F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237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>
          <a:xfrm>
            <a:off x="457201" y="1381125"/>
            <a:ext cx="4025899" cy="482441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CA" dirty="0"/>
              <a:t>First Level Text</a:t>
            </a:r>
          </a:p>
          <a:p>
            <a:pPr lvl="1"/>
            <a:r>
              <a:rPr lang="en-CA" dirty="0"/>
              <a:t>Second Level Text</a:t>
            </a:r>
          </a:p>
          <a:p>
            <a:pPr lvl="2"/>
            <a:r>
              <a:rPr lang="en-CA" dirty="0"/>
              <a:t>Third Level Text</a:t>
            </a:r>
          </a:p>
          <a:p>
            <a:pPr lvl="3"/>
            <a:r>
              <a:rPr lang="en-CA" dirty="0"/>
              <a:t>Fourth Level Text</a:t>
            </a:r>
          </a:p>
          <a:p>
            <a:pPr lvl="4"/>
            <a:r>
              <a:rPr lang="en-CA" dirty="0"/>
              <a:t>Fifth Level Text</a:t>
            </a:r>
          </a:p>
        </p:txBody>
      </p:sp>
      <p:sp>
        <p:nvSpPr>
          <p:cNvPr id="9" name="Content Placeholder 9"/>
          <p:cNvSpPr>
            <a:spLocks noGrp="1"/>
          </p:cNvSpPr>
          <p:nvPr>
            <p:ph sz="quarter" idx="13" hasCustomPrompt="1"/>
          </p:nvPr>
        </p:nvSpPr>
        <p:spPr>
          <a:xfrm>
            <a:off x="4659314" y="1381125"/>
            <a:ext cx="4025899" cy="482441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CA" dirty="0"/>
              <a:t>First Level Text</a:t>
            </a:r>
          </a:p>
          <a:p>
            <a:pPr lvl="1"/>
            <a:r>
              <a:rPr lang="en-CA" dirty="0"/>
              <a:t>Second Level Text</a:t>
            </a:r>
          </a:p>
          <a:p>
            <a:pPr lvl="2"/>
            <a:r>
              <a:rPr lang="en-CA" dirty="0"/>
              <a:t>Third Level Text</a:t>
            </a:r>
          </a:p>
          <a:p>
            <a:pPr lvl="3"/>
            <a:r>
              <a:rPr lang="en-CA" dirty="0"/>
              <a:t>Fourth Level Text</a:t>
            </a:r>
          </a:p>
          <a:p>
            <a:pPr lvl="4"/>
            <a:r>
              <a:rPr lang="en-CA" dirty="0"/>
              <a:t>Fifth Level Text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457994" y="1162050"/>
            <a:ext cx="868600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Master Title Slide Headline</a:t>
            </a:r>
            <a:endParaRPr lang="en-CA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144698" y="6562940"/>
            <a:ext cx="536400" cy="244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597A8DCA-8F96-49CD-B4D5-7AC92F955860}" type="slidenum">
              <a:rPr lang="en-CA" sz="900" smtClean="0">
                <a:solidFill>
                  <a:srgbClr val="7F7F7F"/>
                </a:solidFill>
                <a:latin typeface="Arial" pitchFamily="34" charset="0"/>
                <a:cs typeface="Arial" pitchFamily="34" charset="0"/>
              </a:rPr>
              <a:pPr algn="r"/>
              <a:t>‹#›</a:t>
            </a:fld>
            <a:endParaRPr lang="en-CA" sz="900" dirty="0">
              <a:solidFill>
                <a:srgbClr val="7F7F7F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202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-content Para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>
          <a:xfrm>
            <a:off x="457202" y="1381125"/>
            <a:ext cx="4025898" cy="4824414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spcAft>
                <a:spcPts val="0"/>
              </a:spcAft>
              <a:buNone/>
              <a:defRPr sz="2000" b="1">
                <a:solidFill>
                  <a:schemeClr val="bg2"/>
                </a:solidFill>
              </a:defRPr>
            </a:lvl1pPr>
            <a:lvl2pPr marL="231775" indent="-231775">
              <a:buFont typeface="Arial" pitchFamily="34" charset="0"/>
              <a:buChar char="•"/>
              <a:defRPr sz="2000"/>
            </a:lvl2pPr>
            <a:lvl3pPr marL="457200" indent="-231775">
              <a:buFont typeface="Arial" pitchFamily="34" charset="0"/>
              <a:buChar char="–"/>
              <a:defRPr sz="1800"/>
            </a:lvl3pPr>
            <a:lvl4pPr marL="688975" indent="-225425">
              <a:buFont typeface="Arial" pitchFamily="34" charset="0"/>
              <a:buChar char="•"/>
              <a:defRPr sz="1600"/>
            </a:lvl4pPr>
            <a:lvl5pPr marL="914400" indent="-225425">
              <a:buFont typeface="Arial" pitchFamily="34" charset="0"/>
              <a:buChar char="–"/>
              <a:tabLst/>
              <a:defRPr sz="1400"/>
            </a:lvl5pPr>
          </a:lstStyle>
          <a:p>
            <a:pPr lvl="0"/>
            <a:r>
              <a:rPr lang="en-CA" dirty="0"/>
              <a:t>First Level Text</a:t>
            </a:r>
          </a:p>
          <a:p>
            <a:pPr lvl="1"/>
            <a:r>
              <a:rPr lang="en-CA" dirty="0"/>
              <a:t>Second Level Text</a:t>
            </a:r>
          </a:p>
          <a:p>
            <a:pPr lvl="2"/>
            <a:r>
              <a:rPr lang="en-CA" dirty="0"/>
              <a:t>Third Level Text</a:t>
            </a:r>
          </a:p>
          <a:p>
            <a:pPr lvl="3"/>
            <a:r>
              <a:rPr lang="en-CA" dirty="0"/>
              <a:t>Fourth Level Text</a:t>
            </a:r>
          </a:p>
          <a:p>
            <a:pPr lvl="4"/>
            <a:r>
              <a:rPr lang="en-CA" dirty="0"/>
              <a:t>Fifth Level Text</a:t>
            </a:r>
          </a:p>
        </p:txBody>
      </p:sp>
      <p:sp>
        <p:nvSpPr>
          <p:cNvPr id="8" name="Content Placeholder 9"/>
          <p:cNvSpPr>
            <a:spLocks noGrp="1"/>
          </p:cNvSpPr>
          <p:nvPr>
            <p:ph sz="quarter" idx="14" hasCustomPrompt="1"/>
          </p:nvPr>
        </p:nvSpPr>
        <p:spPr>
          <a:xfrm>
            <a:off x="4660900" y="1381125"/>
            <a:ext cx="4025898" cy="4824414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spcAft>
                <a:spcPts val="0"/>
              </a:spcAft>
              <a:buNone/>
              <a:defRPr sz="2000" b="1">
                <a:solidFill>
                  <a:schemeClr val="bg2"/>
                </a:solidFill>
              </a:defRPr>
            </a:lvl1pPr>
            <a:lvl2pPr marL="231775" indent="-231775">
              <a:buFont typeface="Arial" pitchFamily="34" charset="0"/>
              <a:buChar char="•"/>
              <a:defRPr sz="2000"/>
            </a:lvl2pPr>
            <a:lvl3pPr marL="457200" indent="-231775">
              <a:buFont typeface="Arial" pitchFamily="34" charset="0"/>
              <a:buChar char="–"/>
              <a:defRPr sz="1800"/>
            </a:lvl3pPr>
            <a:lvl4pPr marL="688975" indent="-225425">
              <a:buFont typeface="Arial" pitchFamily="34" charset="0"/>
              <a:buChar char="•"/>
              <a:defRPr sz="1600"/>
            </a:lvl4pPr>
            <a:lvl5pPr marL="914400" indent="-225425">
              <a:buFont typeface="Arial" pitchFamily="34" charset="0"/>
              <a:buChar char="–"/>
              <a:tabLst/>
              <a:defRPr sz="1400"/>
            </a:lvl5pPr>
          </a:lstStyle>
          <a:p>
            <a:pPr lvl="0"/>
            <a:r>
              <a:rPr lang="en-CA" dirty="0"/>
              <a:t>First Level Text</a:t>
            </a:r>
          </a:p>
          <a:p>
            <a:pPr lvl="1"/>
            <a:r>
              <a:rPr lang="en-CA" dirty="0"/>
              <a:t>Second Level Text</a:t>
            </a:r>
          </a:p>
          <a:p>
            <a:pPr lvl="2"/>
            <a:r>
              <a:rPr lang="en-CA" dirty="0"/>
              <a:t>Third Level Text</a:t>
            </a:r>
          </a:p>
          <a:p>
            <a:pPr lvl="3"/>
            <a:r>
              <a:rPr lang="en-CA" dirty="0"/>
              <a:t>Fourth Level Text</a:t>
            </a:r>
          </a:p>
          <a:p>
            <a:pPr lvl="4"/>
            <a:r>
              <a:rPr lang="en-CA" dirty="0"/>
              <a:t>Fifth Level Text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457994" y="1162050"/>
            <a:ext cx="868600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Master Title Slide Headline</a:t>
            </a:r>
            <a:endParaRPr lang="en-CA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8144698" y="6562940"/>
            <a:ext cx="536400" cy="244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597A8DCA-8F96-49CD-B4D5-7AC92F955860}" type="slidenum">
              <a:rPr lang="en-CA" sz="900" smtClean="0">
                <a:solidFill>
                  <a:srgbClr val="666666"/>
                </a:solidFill>
                <a:latin typeface="Arial" pitchFamily="34" charset="0"/>
                <a:cs typeface="Arial" pitchFamily="34" charset="0"/>
              </a:rPr>
              <a:pPr algn="r"/>
              <a:t>‹#›</a:t>
            </a:fld>
            <a:endParaRPr lang="en-CA" sz="900" dirty="0">
              <a:solidFill>
                <a:srgbClr val="666666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237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>
            <a:off x="457994" y="1162050"/>
            <a:ext cx="868600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Master Title Slide Headline</a:t>
            </a:r>
            <a:endParaRPr lang="en-CA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8144698" y="6562940"/>
            <a:ext cx="536400" cy="244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597A8DCA-8F96-49CD-B4D5-7AC92F955860}" type="slidenum">
              <a:rPr lang="en-CA" sz="900" smtClean="0">
                <a:solidFill>
                  <a:srgbClr val="7F7F7F"/>
                </a:solidFill>
                <a:latin typeface="Arial" pitchFamily="34" charset="0"/>
                <a:cs typeface="Arial" pitchFamily="34" charset="0"/>
              </a:rPr>
              <a:pPr algn="r"/>
              <a:t>‹#›</a:t>
            </a:fld>
            <a:endParaRPr lang="en-CA" sz="900" dirty="0">
              <a:solidFill>
                <a:srgbClr val="7F7F7F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005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8144698" y="6562940"/>
            <a:ext cx="536400" cy="244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597A8DCA-8F96-49CD-B4D5-7AC92F955860}" type="slidenum">
              <a:rPr lang="en-CA" sz="900" smtClean="0">
                <a:solidFill>
                  <a:srgbClr val="7F7F7F"/>
                </a:solidFill>
                <a:latin typeface="Arial" pitchFamily="34" charset="0"/>
                <a:cs typeface="Arial" pitchFamily="34" charset="0"/>
              </a:rPr>
              <a:pPr algn="r"/>
              <a:t>‹#›</a:t>
            </a:fld>
            <a:endParaRPr lang="en-CA" sz="900" dirty="0">
              <a:solidFill>
                <a:srgbClr val="7F7F7F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9293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123583599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359082"/>
            <a:ext cx="8228013" cy="605012"/>
          </a:xfrm>
        </p:spPr>
        <p:txBody>
          <a:bodyPr lIns="0" rIns="0" anchor="b" anchorCtr="0">
            <a:noAutofit/>
          </a:bodyPr>
          <a:lstStyle>
            <a:lvl1pPr marL="0" indent="0"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None/>
              <a:defRPr sz="4000" b="0" baseline="0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900">
                <a:solidFill>
                  <a:schemeClr val="bg1"/>
                </a:solidFill>
              </a:defRPr>
            </a:lvl2pPr>
            <a:lvl3pPr marL="468000" indent="0">
              <a:buNone/>
              <a:defRPr/>
            </a:lvl3pPr>
          </a:lstStyle>
          <a:p>
            <a:pPr lvl="0"/>
            <a:r>
              <a:rPr lang="en-US" dirty="0"/>
              <a:t>Master Divider Slide Headline</a:t>
            </a:r>
          </a:p>
        </p:txBody>
      </p:sp>
    </p:spTree>
    <p:extLst>
      <p:ext uri="{BB962C8B-B14F-4D97-AF65-F5344CB8AC3E}">
        <p14:creationId xmlns:p14="http://schemas.microsoft.com/office/powerpoint/2010/main" val="2309944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tk153597rke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359082"/>
            <a:ext cx="8228013" cy="605012"/>
          </a:xfrm>
        </p:spPr>
        <p:txBody>
          <a:bodyPr lIns="0" rIns="0" anchor="b" anchorCtr="0">
            <a:noAutofit/>
          </a:bodyPr>
          <a:lstStyle>
            <a:lvl1pPr marL="0" indent="0"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None/>
              <a:defRPr sz="4000" b="0" baseline="0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900">
                <a:solidFill>
                  <a:schemeClr val="bg1"/>
                </a:solidFill>
              </a:defRPr>
            </a:lvl2pPr>
            <a:lvl3pPr marL="468000" indent="0">
              <a:buNone/>
              <a:defRPr/>
            </a:lvl3pPr>
          </a:lstStyle>
          <a:p>
            <a:pPr lvl="0"/>
            <a:r>
              <a:rPr lang="en-US" dirty="0"/>
              <a:t>Master Divider Slide Headline</a:t>
            </a:r>
          </a:p>
        </p:txBody>
      </p:sp>
    </p:spTree>
    <p:extLst>
      <p:ext uri="{BB962C8B-B14F-4D97-AF65-F5344CB8AC3E}">
        <p14:creationId xmlns:p14="http://schemas.microsoft.com/office/powerpoint/2010/main" val="2309944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xt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>
          <a:xfrm>
            <a:off x="457201" y="1381125"/>
            <a:ext cx="8228012" cy="5037138"/>
          </a:xfrm>
        </p:spPr>
        <p:txBody>
          <a:bodyPr/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en-CA" dirty="0"/>
              <a:t>First Level Text</a:t>
            </a:r>
          </a:p>
          <a:p>
            <a:pPr lvl="1"/>
            <a:r>
              <a:rPr lang="en-CA" dirty="0"/>
              <a:t>Second Level Text</a:t>
            </a:r>
          </a:p>
          <a:p>
            <a:pPr lvl="2"/>
            <a:r>
              <a:rPr lang="en-CA" dirty="0"/>
              <a:t>Third Level Text</a:t>
            </a:r>
          </a:p>
          <a:p>
            <a:pPr lvl="3"/>
            <a:r>
              <a:rPr lang="en-CA" dirty="0"/>
              <a:t>Fourth Level Text</a:t>
            </a:r>
          </a:p>
          <a:p>
            <a:pPr lvl="4"/>
            <a:r>
              <a:rPr lang="en-CA" dirty="0"/>
              <a:t>Fifth Level Text</a:t>
            </a:r>
          </a:p>
        </p:txBody>
      </p:sp>
      <p:pic>
        <p:nvPicPr>
          <p:cNvPr id="9" name="Picture 8" descr="Power_PC [Converted]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294652" y="170122"/>
            <a:ext cx="1535846" cy="1781155"/>
          </a:xfrm>
          <a:prstGeom prst="rect">
            <a:avLst/>
          </a:prstGeom>
        </p:spPr>
      </p:pic>
      <p:cxnSp>
        <p:nvCxnSpPr>
          <p:cNvPr id="7" name="Straight Connector 6"/>
          <p:cNvCxnSpPr/>
          <p:nvPr userDrawn="1"/>
        </p:nvCxnSpPr>
        <p:spPr>
          <a:xfrm>
            <a:off x="457994" y="1162050"/>
            <a:ext cx="868600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Master Title Slide Headline</a:t>
            </a:r>
            <a:endParaRPr lang="en-CA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144698" y="6562940"/>
            <a:ext cx="536400" cy="244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597A8DCA-8F96-49CD-B4D5-7AC92F955860}" type="slidenum">
              <a:rPr lang="en-CA" sz="900" smtClean="0">
                <a:solidFill>
                  <a:srgbClr val="7F7F7F"/>
                </a:solidFill>
                <a:latin typeface="Arial" pitchFamily="34" charset="0"/>
                <a:cs typeface="Arial" pitchFamily="34" charset="0"/>
              </a:rPr>
              <a:pPr algn="r"/>
              <a:t>‹#›</a:t>
            </a:fld>
            <a:endParaRPr lang="en-CA" sz="900" dirty="0">
              <a:solidFill>
                <a:srgbClr val="7F7F7F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2379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nowledge Che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Light Bulb_PC [Converted]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315201" y="170122"/>
            <a:ext cx="1388650" cy="2239199"/>
          </a:xfrm>
          <a:prstGeom prst="rect">
            <a:avLst/>
          </a:prstGeom>
        </p:spPr>
      </p:pic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>
          <a:xfrm>
            <a:off x="457201" y="1381125"/>
            <a:ext cx="8228012" cy="5037138"/>
          </a:xfrm>
        </p:spPr>
        <p:txBody>
          <a:bodyPr/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en-CA" dirty="0"/>
              <a:t>First Level Text</a:t>
            </a:r>
          </a:p>
          <a:p>
            <a:pPr lvl="1"/>
            <a:r>
              <a:rPr lang="en-CA" dirty="0"/>
              <a:t>Second Level Text</a:t>
            </a:r>
          </a:p>
          <a:p>
            <a:pPr lvl="2"/>
            <a:r>
              <a:rPr lang="en-CA" dirty="0"/>
              <a:t>Third Level Text</a:t>
            </a:r>
          </a:p>
          <a:p>
            <a:pPr lvl="3"/>
            <a:r>
              <a:rPr lang="en-CA" dirty="0"/>
              <a:t>Fourth Level Text</a:t>
            </a:r>
          </a:p>
          <a:p>
            <a:pPr lvl="4"/>
            <a:r>
              <a:rPr lang="en-CA" dirty="0"/>
              <a:t>Fifth Level Text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57994" y="1162050"/>
            <a:ext cx="868600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Master Title Slide Headline</a:t>
            </a:r>
            <a:endParaRPr lang="en-CA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144698" y="6562940"/>
            <a:ext cx="536400" cy="244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597A8DCA-8F96-49CD-B4D5-7AC92F955860}" type="slidenum">
              <a:rPr lang="en-CA" sz="900" smtClean="0">
                <a:solidFill>
                  <a:srgbClr val="7F7F7F"/>
                </a:solidFill>
                <a:latin typeface="Arial" pitchFamily="34" charset="0"/>
                <a:cs typeface="Arial" pitchFamily="34" charset="0"/>
              </a:rPr>
              <a:pPr algn="r"/>
              <a:t>‹#›</a:t>
            </a:fld>
            <a:endParaRPr lang="en-CA" sz="900" dirty="0">
              <a:solidFill>
                <a:srgbClr val="7F7F7F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2379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Magnify_PC [Converted]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017943" y="158624"/>
            <a:ext cx="2000897" cy="2006852"/>
          </a:xfrm>
          <a:prstGeom prst="rect">
            <a:avLst/>
          </a:prstGeom>
        </p:spPr>
      </p:pic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>
          <a:xfrm>
            <a:off x="457201" y="1381125"/>
            <a:ext cx="8228012" cy="5037138"/>
          </a:xfrm>
        </p:spPr>
        <p:txBody>
          <a:bodyPr/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en-CA" dirty="0"/>
              <a:t>First Level Text</a:t>
            </a:r>
          </a:p>
          <a:p>
            <a:pPr lvl="1"/>
            <a:r>
              <a:rPr lang="en-CA" dirty="0"/>
              <a:t>Second Level Text</a:t>
            </a:r>
          </a:p>
          <a:p>
            <a:pPr lvl="2"/>
            <a:r>
              <a:rPr lang="en-CA" dirty="0"/>
              <a:t>Third Level Text</a:t>
            </a:r>
          </a:p>
          <a:p>
            <a:pPr lvl="3"/>
            <a:r>
              <a:rPr lang="en-CA" dirty="0"/>
              <a:t>Fourth Level Text</a:t>
            </a:r>
          </a:p>
          <a:p>
            <a:pPr lvl="4"/>
            <a:r>
              <a:rPr lang="en-CA" dirty="0"/>
              <a:t>Fifth Level Text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57994" y="1162050"/>
            <a:ext cx="868600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Master Title Slide Headline</a:t>
            </a:r>
            <a:endParaRPr lang="en-CA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144698" y="6562940"/>
            <a:ext cx="536400" cy="244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597A8DCA-8F96-49CD-B4D5-7AC92F955860}" type="slidenum">
              <a:rPr lang="en-CA" sz="900" smtClean="0">
                <a:solidFill>
                  <a:srgbClr val="7F7F7F"/>
                </a:solidFill>
                <a:latin typeface="Arial" pitchFamily="34" charset="0"/>
                <a:cs typeface="Arial" pitchFamily="34" charset="0"/>
              </a:rPr>
              <a:pPr algn="r"/>
              <a:t>‹#›</a:t>
            </a:fld>
            <a:endParaRPr lang="en-CA" sz="900" dirty="0">
              <a:solidFill>
                <a:srgbClr val="7F7F7F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2379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us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peaker_PC [Converted]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642376" y="195281"/>
            <a:ext cx="2191150" cy="1808840"/>
          </a:xfrm>
          <a:prstGeom prst="rect">
            <a:avLst/>
          </a:prstGeom>
        </p:spPr>
      </p:pic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>
          <a:xfrm>
            <a:off x="457201" y="1381125"/>
            <a:ext cx="8228012" cy="5037138"/>
          </a:xfrm>
        </p:spPr>
        <p:txBody>
          <a:bodyPr/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en-CA" dirty="0"/>
              <a:t>First Level Text</a:t>
            </a:r>
          </a:p>
          <a:p>
            <a:pPr lvl="1"/>
            <a:r>
              <a:rPr lang="en-CA" dirty="0"/>
              <a:t>Second Level Text</a:t>
            </a:r>
          </a:p>
          <a:p>
            <a:pPr lvl="2"/>
            <a:r>
              <a:rPr lang="en-CA" dirty="0"/>
              <a:t>Third Level Text</a:t>
            </a:r>
          </a:p>
          <a:p>
            <a:pPr lvl="3"/>
            <a:r>
              <a:rPr lang="en-CA" dirty="0"/>
              <a:t>Fourth Level Text</a:t>
            </a:r>
          </a:p>
          <a:p>
            <a:pPr lvl="4"/>
            <a:r>
              <a:rPr lang="en-CA" dirty="0"/>
              <a:t>Fifth Level Text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57994" y="1162050"/>
            <a:ext cx="868600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Master Title Slide Headline</a:t>
            </a:r>
            <a:endParaRPr lang="en-CA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144698" y="6562940"/>
            <a:ext cx="536400" cy="244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597A8DCA-8F96-49CD-B4D5-7AC92F955860}" type="slidenum">
              <a:rPr lang="en-CA" sz="900" smtClean="0">
                <a:solidFill>
                  <a:srgbClr val="7F7F7F"/>
                </a:solidFill>
                <a:latin typeface="Arial" pitchFamily="34" charset="0"/>
                <a:cs typeface="Arial" pitchFamily="34" charset="0"/>
              </a:rPr>
              <a:pPr algn="r"/>
              <a:t>‹#›</a:t>
            </a:fld>
            <a:endParaRPr lang="en-CA" sz="900" dirty="0">
              <a:solidFill>
                <a:srgbClr val="7F7F7F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2379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tiv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140258517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5189368" y="3429000"/>
            <a:ext cx="4114286" cy="3419048"/>
          </a:xfrm>
          <a:prstGeom prst="rect">
            <a:avLst/>
          </a:prstGeom>
        </p:spPr>
      </p:pic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/>
        <p:txBody>
          <a:bodyPr/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en-CA" dirty="0"/>
              <a:t>First Level Text</a:t>
            </a:r>
          </a:p>
          <a:p>
            <a:pPr lvl="1"/>
            <a:r>
              <a:rPr lang="en-CA" dirty="0"/>
              <a:t>Second Level Text</a:t>
            </a:r>
          </a:p>
          <a:p>
            <a:pPr lvl="2"/>
            <a:r>
              <a:rPr lang="en-CA" dirty="0"/>
              <a:t>Third Level Text</a:t>
            </a:r>
          </a:p>
          <a:p>
            <a:pPr lvl="3"/>
            <a:r>
              <a:rPr lang="en-CA" dirty="0"/>
              <a:t>Fourth Level Text</a:t>
            </a:r>
          </a:p>
          <a:p>
            <a:pPr lvl="4"/>
            <a:r>
              <a:rPr lang="en-CA" dirty="0"/>
              <a:t>Fifth Level Text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57994" y="1162050"/>
            <a:ext cx="868600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Master Title Slide Headline</a:t>
            </a:r>
            <a:endParaRPr lang="en-CA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144698" y="6562940"/>
            <a:ext cx="536400" cy="244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597A8DCA-8F96-49CD-B4D5-7AC92F955860}" type="slidenum">
              <a:rPr lang="en-CA" sz="900" smtClean="0">
                <a:solidFill>
                  <a:srgbClr val="7F7F7F"/>
                </a:solidFill>
                <a:latin typeface="Arial" pitchFamily="34" charset="0"/>
                <a:cs typeface="Arial" pitchFamily="34" charset="0"/>
              </a:rPr>
              <a:pPr algn="r"/>
              <a:t>‹#›</a:t>
            </a:fld>
            <a:endParaRPr lang="en-CA" sz="900" dirty="0">
              <a:solidFill>
                <a:srgbClr val="7F7F7F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2379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100605056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218677" y="3062745"/>
            <a:ext cx="2447619" cy="3657143"/>
          </a:xfrm>
          <a:prstGeom prst="rect">
            <a:avLst/>
          </a:prstGeom>
        </p:spPr>
      </p:pic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/>
        <p:txBody>
          <a:bodyPr/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en-CA" dirty="0"/>
              <a:t>First Level Text</a:t>
            </a:r>
          </a:p>
          <a:p>
            <a:pPr lvl="1"/>
            <a:r>
              <a:rPr lang="en-CA" dirty="0"/>
              <a:t>Second Level Text</a:t>
            </a:r>
          </a:p>
          <a:p>
            <a:pPr lvl="2"/>
            <a:r>
              <a:rPr lang="en-CA" dirty="0"/>
              <a:t>Third Level Text</a:t>
            </a:r>
          </a:p>
          <a:p>
            <a:pPr lvl="3"/>
            <a:r>
              <a:rPr lang="en-CA" dirty="0"/>
              <a:t>Fourth Level Text</a:t>
            </a:r>
          </a:p>
          <a:p>
            <a:pPr lvl="4"/>
            <a:r>
              <a:rPr lang="en-CA" dirty="0"/>
              <a:t>Fifth Level Text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57994" y="1162050"/>
            <a:ext cx="868600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Master Title Slide Headline</a:t>
            </a:r>
            <a:endParaRPr lang="en-CA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144698" y="6562940"/>
            <a:ext cx="536400" cy="244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597A8DCA-8F96-49CD-B4D5-7AC92F955860}" type="slidenum">
              <a:rPr lang="en-CA" sz="900" smtClean="0">
                <a:solidFill>
                  <a:srgbClr val="7F7F7F"/>
                </a:solidFill>
                <a:latin typeface="Arial" pitchFamily="34" charset="0"/>
                <a:cs typeface="Arial" pitchFamily="34" charset="0"/>
              </a:rPr>
              <a:pPr algn="r"/>
              <a:t>‹#›</a:t>
            </a:fld>
            <a:endParaRPr lang="en-CA" sz="900" dirty="0">
              <a:solidFill>
                <a:srgbClr val="7F7F7F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2379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rse Go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A053798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510986" y="4689478"/>
            <a:ext cx="5485715" cy="2019048"/>
          </a:xfrm>
          <a:prstGeom prst="rect">
            <a:avLst/>
          </a:prstGeom>
        </p:spPr>
      </p:pic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/>
        <p:txBody>
          <a:bodyPr/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en-CA" dirty="0"/>
              <a:t>First Level Text</a:t>
            </a:r>
          </a:p>
          <a:p>
            <a:pPr lvl="1"/>
            <a:r>
              <a:rPr lang="en-CA" dirty="0"/>
              <a:t>Second Level Text</a:t>
            </a:r>
          </a:p>
          <a:p>
            <a:pPr lvl="2"/>
            <a:r>
              <a:rPr lang="en-CA" dirty="0"/>
              <a:t>Third Level Text</a:t>
            </a:r>
          </a:p>
          <a:p>
            <a:pPr lvl="3"/>
            <a:r>
              <a:rPr lang="en-CA" dirty="0"/>
              <a:t>Fourth Level Text</a:t>
            </a:r>
          </a:p>
          <a:p>
            <a:pPr lvl="4"/>
            <a:r>
              <a:rPr lang="en-CA" dirty="0"/>
              <a:t>Fifth Level Text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57994" y="1162050"/>
            <a:ext cx="868600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Master Title Slide Headline</a:t>
            </a:r>
            <a:endParaRPr lang="en-CA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144698" y="6562940"/>
            <a:ext cx="536400" cy="244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597A8DCA-8F96-49CD-B4D5-7AC92F955860}" type="slidenum">
              <a:rPr lang="en-CA" sz="900" smtClean="0">
                <a:solidFill>
                  <a:srgbClr val="7F7F7F"/>
                </a:solidFill>
                <a:latin typeface="Arial" pitchFamily="34" charset="0"/>
                <a:cs typeface="Arial" pitchFamily="34" charset="0"/>
              </a:rPr>
              <a:pPr algn="r"/>
              <a:t>‹#›</a:t>
            </a:fld>
            <a:endParaRPr lang="en-CA" sz="900" dirty="0">
              <a:solidFill>
                <a:srgbClr val="7F7F7F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2379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rse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A053797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510986" y="4584716"/>
            <a:ext cx="5485715" cy="2123810"/>
          </a:xfrm>
          <a:prstGeom prst="rect">
            <a:avLst/>
          </a:prstGeom>
        </p:spPr>
      </p:pic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/>
        <p:txBody>
          <a:bodyPr/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en-CA" dirty="0"/>
              <a:t>First Level Text</a:t>
            </a:r>
          </a:p>
          <a:p>
            <a:pPr lvl="1"/>
            <a:r>
              <a:rPr lang="en-CA" dirty="0"/>
              <a:t>Second Level Text</a:t>
            </a:r>
          </a:p>
          <a:p>
            <a:pPr lvl="2"/>
            <a:r>
              <a:rPr lang="en-CA" dirty="0"/>
              <a:t>Third Level Text</a:t>
            </a:r>
          </a:p>
          <a:p>
            <a:pPr lvl="3"/>
            <a:r>
              <a:rPr lang="en-CA" dirty="0"/>
              <a:t>Fourth Level Text</a:t>
            </a:r>
          </a:p>
          <a:p>
            <a:pPr lvl="4"/>
            <a:r>
              <a:rPr lang="en-CA" dirty="0"/>
              <a:t>Fifth Level Text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57994" y="1162050"/>
            <a:ext cx="868600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Master Title Slide Headline</a:t>
            </a:r>
            <a:endParaRPr lang="en-CA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144698" y="6562940"/>
            <a:ext cx="536400" cy="244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597A8DCA-8F96-49CD-B4D5-7AC92F955860}" type="slidenum">
              <a:rPr lang="en-CA" sz="900" smtClean="0">
                <a:solidFill>
                  <a:srgbClr val="7F7F7F"/>
                </a:solidFill>
                <a:latin typeface="Arial" pitchFamily="34" charset="0"/>
                <a:cs typeface="Arial" pitchFamily="34" charset="0"/>
              </a:rPr>
              <a:pPr algn="r"/>
              <a:t>‹#›</a:t>
            </a:fld>
            <a:endParaRPr lang="en-CA" sz="900" dirty="0">
              <a:solidFill>
                <a:srgbClr val="7F7F7F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2379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fl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kd186908sdc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5405212" y="3953896"/>
            <a:ext cx="3657143" cy="2733334"/>
          </a:xfrm>
          <a:prstGeom prst="rect">
            <a:avLst/>
          </a:prstGeom>
        </p:spPr>
      </p:pic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/>
        <p:txBody>
          <a:bodyPr/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en-CA" dirty="0"/>
              <a:t>First Level Text</a:t>
            </a:r>
          </a:p>
          <a:p>
            <a:pPr lvl="1"/>
            <a:r>
              <a:rPr lang="en-CA" dirty="0"/>
              <a:t>Second Level Text</a:t>
            </a:r>
          </a:p>
          <a:p>
            <a:pPr lvl="2"/>
            <a:r>
              <a:rPr lang="en-CA" dirty="0"/>
              <a:t>Third Level Text</a:t>
            </a:r>
          </a:p>
          <a:p>
            <a:pPr lvl="3"/>
            <a:r>
              <a:rPr lang="en-CA" dirty="0"/>
              <a:t>Fourth Level Text</a:t>
            </a:r>
          </a:p>
          <a:p>
            <a:pPr lvl="4"/>
            <a:r>
              <a:rPr lang="en-CA" dirty="0"/>
              <a:t>Fifth Level Text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57994" y="1162050"/>
            <a:ext cx="868600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Master Title Slide Headline</a:t>
            </a:r>
            <a:endParaRPr lang="en-CA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144698" y="6562940"/>
            <a:ext cx="536400" cy="244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597A8DCA-8F96-49CD-B4D5-7AC92F955860}" type="slidenum">
              <a:rPr lang="en-CA" sz="900" smtClean="0">
                <a:solidFill>
                  <a:srgbClr val="7F7F7F"/>
                </a:solidFill>
                <a:latin typeface="Arial" pitchFamily="34" charset="0"/>
                <a:cs typeface="Arial" pitchFamily="34" charset="0"/>
              </a:rPr>
              <a:pPr algn="r"/>
              <a:t>‹#›</a:t>
            </a:fld>
            <a:endParaRPr lang="en-CA" sz="900" dirty="0">
              <a:solidFill>
                <a:srgbClr val="7F7F7F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237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381125"/>
            <a:ext cx="8228012" cy="482441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CA" dirty="0"/>
              <a:t>First Level Text</a:t>
            </a:r>
          </a:p>
          <a:p>
            <a:pPr lvl="1"/>
            <a:r>
              <a:rPr lang="en-CA" dirty="0"/>
              <a:t>Second Level Text</a:t>
            </a:r>
          </a:p>
          <a:p>
            <a:pPr lvl="2"/>
            <a:r>
              <a:rPr lang="en-CA" dirty="0"/>
              <a:t>Third Level Text</a:t>
            </a:r>
          </a:p>
          <a:p>
            <a:pPr lvl="3"/>
            <a:r>
              <a:rPr lang="en-CA" dirty="0"/>
              <a:t>Fourth Level Text</a:t>
            </a:r>
          </a:p>
          <a:p>
            <a:pPr lvl="4"/>
            <a:r>
              <a:rPr lang="en-CA" dirty="0"/>
              <a:t>Fifth Level Text</a:t>
            </a:r>
            <a:endParaRPr lang="en-US" dirty="0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 dirty="0"/>
              <a:t>Master Title Slide Headline</a:t>
            </a:r>
            <a:endParaRPr lang="en-CA" dirty="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0" y="234187"/>
            <a:ext cx="806570" cy="721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531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1" r:id="rId10"/>
    <p:sldLayoutId id="2147483657" r:id="rId11"/>
    <p:sldLayoutId id="2147483658" r:id="rId12"/>
    <p:sldLayoutId id="2147483659" r:id="rId13"/>
    <p:sldLayoutId id="2147483663" r:id="rId14"/>
    <p:sldLayoutId id="2147483662" r:id="rId15"/>
    <p:sldLayoutId id="2147483664" r:id="rId16"/>
    <p:sldLayoutId id="2147483665" r:id="rId17"/>
    <p:sldLayoutId id="2147483666" r:id="rId18"/>
    <p:sldLayoutId id="2147483667" r:id="rId19"/>
  </p:sldLayoutIdLst>
  <p:hf hdr="0" ftr="0" dt="0"/>
  <p:txStyles>
    <p:titleStyle>
      <a:lvl1pPr algn="l" defTabSz="914400" rtl="0" eaLnBrk="1" latinLnBrk="0" hangingPunct="1">
        <a:lnSpc>
          <a:spcPts val="2600"/>
        </a:lnSpc>
        <a:spcBef>
          <a:spcPct val="0"/>
        </a:spcBef>
        <a:buNone/>
        <a:defRPr sz="2600" b="1" kern="1200">
          <a:solidFill>
            <a:schemeClr val="accent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231775" indent="-231775" algn="l" defTabSz="914400" rtl="0" eaLnBrk="1" latinLnBrk="0" hangingPunct="1">
        <a:lnSpc>
          <a:spcPct val="100000"/>
        </a:lnSpc>
        <a:spcBef>
          <a:spcPts val="1200"/>
        </a:spcBef>
        <a:spcAft>
          <a:spcPts val="0"/>
        </a:spcAft>
        <a:buClr>
          <a:schemeClr val="tx1"/>
        </a:buClr>
        <a:buSzPct val="80000"/>
        <a:buFont typeface="Arial" pitchFamily="34" charset="0"/>
        <a:buChar char="•"/>
        <a:defRPr sz="2600" b="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457200" indent="-231775" algn="l" defTabSz="914400" rtl="0" eaLnBrk="1" latinLnBrk="0" hangingPunct="1">
        <a:lnSpc>
          <a:spcPct val="100000"/>
        </a:lnSpc>
        <a:spcBef>
          <a:spcPts val="624"/>
        </a:spcBef>
        <a:spcAft>
          <a:spcPts val="0"/>
        </a:spcAft>
        <a:buClr>
          <a:schemeClr val="tx1"/>
        </a:buClr>
        <a:buSzPct val="80000"/>
        <a:buFont typeface="Arial" pitchFamily="34" charset="0"/>
        <a:buChar char="–"/>
        <a:defRPr sz="2400" kern="1200">
          <a:solidFill>
            <a:srgbClr val="000000"/>
          </a:solidFill>
          <a:latin typeface="Arial" pitchFamily="34" charset="0"/>
          <a:ea typeface="+mn-ea"/>
          <a:cs typeface="Arial" pitchFamily="34" charset="0"/>
        </a:defRPr>
      </a:lvl2pPr>
      <a:lvl3pPr marL="688975" indent="-231775" algn="l" defTabSz="914400" rtl="0" eaLnBrk="1" latinLnBrk="0" hangingPunct="1">
        <a:lnSpc>
          <a:spcPct val="100000"/>
        </a:lnSpc>
        <a:spcBef>
          <a:spcPts val="576"/>
        </a:spcBef>
        <a:spcAft>
          <a:spcPts val="0"/>
        </a:spcAft>
        <a:buClr>
          <a:schemeClr val="tx1"/>
        </a:buClr>
        <a:buSzPct val="80000"/>
        <a:buFont typeface="Arial" pitchFamily="34" charset="0"/>
        <a:buChar char="•"/>
        <a:defRPr sz="2000" kern="1200" baseline="0">
          <a:solidFill>
            <a:srgbClr val="000000"/>
          </a:solidFill>
          <a:latin typeface="Arial" pitchFamily="34" charset="0"/>
          <a:ea typeface="+mn-ea"/>
          <a:cs typeface="Arial" pitchFamily="34" charset="0"/>
        </a:defRPr>
      </a:lvl3pPr>
      <a:lvl4pPr marL="914400" indent="-225425" algn="l" defTabSz="914400" rtl="0" eaLnBrk="1" latinLnBrk="0" hangingPunct="1">
        <a:lnSpc>
          <a:spcPct val="100000"/>
        </a:lnSpc>
        <a:spcBef>
          <a:spcPts val="528"/>
        </a:spcBef>
        <a:spcAft>
          <a:spcPts val="0"/>
        </a:spcAft>
        <a:buClr>
          <a:schemeClr val="tx1"/>
        </a:buClr>
        <a:buSzPct val="80000"/>
        <a:buFont typeface="Arial" pitchFamily="34" charset="0"/>
        <a:buChar char="–"/>
        <a:defRPr sz="1800" kern="1200" baseline="0">
          <a:solidFill>
            <a:srgbClr val="000000"/>
          </a:solidFill>
          <a:latin typeface="Arial" pitchFamily="34" charset="0"/>
          <a:ea typeface="+mn-ea"/>
          <a:cs typeface="Arial" pitchFamily="34" charset="0"/>
        </a:defRPr>
      </a:lvl4pPr>
      <a:lvl5pPr marL="1146175" indent="-231775" algn="l" defTabSz="914400" rtl="0" eaLnBrk="1" latinLnBrk="0" hangingPunct="1">
        <a:lnSpc>
          <a:spcPct val="100000"/>
        </a:lnSpc>
        <a:spcBef>
          <a:spcPts val="480"/>
        </a:spcBef>
        <a:spcAft>
          <a:spcPts val="0"/>
        </a:spcAft>
        <a:buClr>
          <a:schemeClr val="tx1"/>
        </a:buClr>
        <a:buSzPct val="80000"/>
        <a:buFont typeface="Arial" pitchFamily="34" charset="0"/>
        <a:buChar char="•"/>
        <a:defRPr sz="1600" kern="1200" baseline="0">
          <a:solidFill>
            <a:srgbClr val="000000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Tailwind CSS</a:t>
            </a:r>
          </a:p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762000" y="2971800"/>
            <a:ext cx="1749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Parameswari 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8B1D42-D2DF-F52C-69AE-A6C95184A61C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1️⃣ What is Tailwind CSS?</a:t>
            </a:r>
          </a:p>
          <a:p>
            <a:r>
              <a:rPr lang="en-US" dirty="0"/>
              <a:t>2️⃣ Utility-First Philosophy (Core Concept)</a:t>
            </a:r>
          </a:p>
          <a:p>
            <a:r>
              <a:rPr lang="en-US" dirty="0"/>
              <a:t>3️⃣ Why Tailwind is Popular</a:t>
            </a:r>
          </a:p>
          <a:p>
            <a:r>
              <a:rPr lang="en-IN" dirty="0"/>
              <a:t>4️⃣ Tailwind Installation (Vite + React)</a:t>
            </a:r>
          </a:p>
          <a:p>
            <a:r>
              <a:rPr lang="en-US" dirty="0"/>
              <a:t>5️⃣ Core Tailwind Building Blocks</a:t>
            </a:r>
          </a:p>
          <a:p>
            <a:r>
              <a:rPr lang="en-IN" dirty="0"/>
              <a:t>6️⃣ </a:t>
            </a:r>
            <a:r>
              <a:rPr lang="en-IN" dirty="0" err="1"/>
              <a:t>Colors</a:t>
            </a:r>
            <a:r>
              <a:rPr lang="en-IN" dirty="0"/>
              <a:t> System</a:t>
            </a:r>
          </a:p>
          <a:p>
            <a:r>
              <a:rPr lang="en-IN" dirty="0"/>
              <a:t>7️⃣ Responsive Design (VERY IMPORTANT)</a:t>
            </a:r>
          </a:p>
          <a:p>
            <a:r>
              <a:rPr lang="en-US" dirty="0"/>
              <a:t>8️⃣ Hover, Focus, Active States</a:t>
            </a:r>
          </a:p>
          <a:p>
            <a:r>
              <a:rPr lang="en-IN" dirty="0"/>
              <a:t>9️⃣ Dark Mode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FE767EE-AD70-F407-0DC1-93A98407C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Goals</a:t>
            </a:r>
          </a:p>
        </p:txBody>
      </p:sp>
    </p:spTree>
    <p:extLst>
      <p:ext uri="{BB962C8B-B14F-4D97-AF65-F5344CB8AC3E}">
        <p14:creationId xmlns:p14="http://schemas.microsoft.com/office/powerpoint/2010/main" val="2805529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07676-0010-3C5A-4BCC-D213E95C9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903CCD-DCC3-F264-7B86-B9BC5330A298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dirty="0"/>
              <a:t>🔟 Reusing Styles (@apply)</a:t>
            </a:r>
          </a:p>
          <a:p>
            <a:r>
              <a:rPr lang="en-US" dirty="0"/>
              <a:t>1️⃣1️⃣ Tailwind in React (Best Practices)</a:t>
            </a:r>
            <a:endParaRPr lang="en-IN" dirty="0"/>
          </a:p>
          <a:p>
            <a:r>
              <a:rPr lang="en-IN" dirty="0"/>
              <a:t>1️⃣2️⃣ Tailwind vs Bootstrap</a:t>
            </a:r>
          </a:p>
          <a:p>
            <a:r>
              <a:rPr lang="en-US" dirty="0"/>
              <a:t>1️⃣3️⃣ When to Use Tailwind</a:t>
            </a:r>
          </a:p>
          <a:p>
            <a:r>
              <a:rPr lang="en-IN" dirty="0"/>
              <a:t>1️⃣4️⃣ Real-World Example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CFAD90-C12F-8447-7EF0-34B33C678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Goals</a:t>
            </a:r>
          </a:p>
        </p:txBody>
      </p:sp>
    </p:spTree>
    <p:extLst>
      <p:ext uri="{BB962C8B-B14F-4D97-AF65-F5344CB8AC3E}">
        <p14:creationId xmlns:p14="http://schemas.microsoft.com/office/powerpoint/2010/main" val="677163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EB4A731-00F3-9CB0-763E-DB90C466C34A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Tailwind CSS is a utility-first CSS framework</a:t>
            </a:r>
            <a:r>
              <a:rPr lang="en-US" dirty="0"/>
              <a:t>.</a:t>
            </a:r>
          </a:p>
          <a:p>
            <a:r>
              <a:rPr lang="en-US" dirty="0"/>
              <a:t>Instead of writing custom CSS files like:</a:t>
            </a:r>
          </a:p>
          <a:p>
            <a:pPr lvl="2"/>
            <a:r>
              <a:rPr lang="en-US" dirty="0"/>
              <a:t>.</a:t>
            </a:r>
            <a:r>
              <a:rPr lang="en-US" dirty="0" err="1"/>
              <a:t>btn</a:t>
            </a:r>
            <a:r>
              <a:rPr lang="en-US" dirty="0"/>
              <a:t> {</a:t>
            </a:r>
          </a:p>
          <a:p>
            <a:pPr lvl="2"/>
            <a:r>
              <a:rPr lang="en-US" dirty="0"/>
              <a:t>  background: blue;</a:t>
            </a:r>
          </a:p>
          <a:p>
            <a:pPr lvl="2"/>
            <a:r>
              <a:rPr lang="en-US" dirty="0"/>
              <a:t>  color: white;</a:t>
            </a:r>
          </a:p>
          <a:p>
            <a:pPr lvl="2"/>
            <a:r>
              <a:rPr lang="en-US" dirty="0"/>
              <a:t>  padding: 8px 16px;</a:t>
            </a:r>
          </a:p>
          <a:p>
            <a:pPr lvl="2"/>
            <a:r>
              <a:rPr lang="en-US" dirty="0"/>
              <a:t>  border-radius: 6px;</a:t>
            </a:r>
          </a:p>
          <a:p>
            <a:pPr lvl="2"/>
            <a:r>
              <a:rPr lang="en-US" dirty="0"/>
              <a:t>}</a:t>
            </a:r>
          </a:p>
          <a:p>
            <a:r>
              <a:rPr lang="en-US" dirty="0"/>
              <a:t>You write </a:t>
            </a:r>
            <a:r>
              <a:rPr lang="en-US" b="1" dirty="0"/>
              <a:t>styles directly in HTML/JSX using utility classes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&lt;button </a:t>
            </a:r>
            <a:r>
              <a:rPr lang="en-US" dirty="0" err="1"/>
              <a:t>className</a:t>
            </a:r>
            <a:r>
              <a:rPr lang="en-US" dirty="0"/>
              <a:t>="bg-blue-500 text-white px-4 py-2 rounded"&gt;</a:t>
            </a:r>
          </a:p>
          <a:p>
            <a:pPr lvl="1"/>
            <a:r>
              <a:rPr lang="en-US" dirty="0"/>
              <a:t>  Click Me</a:t>
            </a:r>
          </a:p>
          <a:p>
            <a:pPr lvl="1"/>
            <a:r>
              <a:rPr lang="en-US" dirty="0"/>
              <a:t>&lt;/button&gt;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92C37E7-89FF-D76B-7520-227D7C94B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1️⃣ What is Tailwind CSS?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7015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A8583-0936-B2E6-7428-75F679E5F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83952B-1CFB-BB46-DE9F-17585B894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2️⃣ Utility-First Philosophy (Core Concept)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63FC6A5-D67A-2C22-6F2D-726A64FF4A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5289032"/>
              </p:ext>
            </p:extLst>
          </p:nvPr>
        </p:nvGraphicFramePr>
        <p:xfrm>
          <a:off x="457200" y="2362200"/>
          <a:ext cx="8228012" cy="2528411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4056485157"/>
                    </a:ext>
                  </a:extLst>
                </a:gridCol>
                <a:gridCol w="4875212">
                  <a:extLst>
                    <a:ext uri="{9D8B030D-6E8A-4147-A177-3AD203B41FA5}">
                      <a16:colId xmlns:a16="http://schemas.microsoft.com/office/drawing/2014/main" val="984687415"/>
                    </a:ext>
                  </a:extLst>
                </a:gridCol>
              </a:tblGrid>
              <a:tr h="699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Utility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402188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p-4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padding: 1rem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2566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margin: 0.5rem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819269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text-xl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font-size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47813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bg-red-500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background color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446565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flex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display: flex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43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797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4B0F195-4BC1-9DEA-7BA0-1E39AE874903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b="1" dirty="0"/>
              <a:t>✅ Advantages</a:t>
            </a:r>
          </a:p>
          <a:p>
            <a:r>
              <a:rPr lang="en-IN" b="1" dirty="0"/>
              <a:t>No CSS naming headache</a:t>
            </a:r>
            <a:endParaRPr lang="en-IN" dirty="0"/>
          </a:p>
          <a:p>
            <a:pPr lvl="1"/>
            <a:r>
              <a:rPr lang="en-IN" dirty="0"/>
              <a:t>No .header-container-wrapper</a:t>
            </a:r>
          </a:p>
          <a:p>
            <a:r>
              <a:rPr lang="en-IN" b="1" dirty="0"/>
              <a:t>Fast UI development</a:t>
            </a:r>
            <a:endParaRPr lang="en-IN" dirty="0"/>
          </a:p>
          <a:p>
            <a:r>
              <a:rPr lang="en-IN" b="1" dirty="0"/>
              <a:t>Consistent spacing &amp; </a:t>
            </a:r>
            <a:r>
              <a:rPr lang="en-IN" b="1" dirty="0" err="1"/>
              <a:t>colors</a:t>
            </a:r>
            <a:endParaRPr lang="en-IN" dirty="0"/>
          </a:p>
          <a:p>
            <a:r>
              <a:rPr lang="en-IN" b="1" dirty="0"/>
              <a:t>Dead CSS removed automatically</a:t>
            </a:r>
            <a:endParaRPr lang="en-IN" dirty="0"/>
          </a:p>
          <a:p>
            <a:r>
              <a:rPr lang="en-IN" b="1" dirty="0"/>
              <a:t>Perfect for React, Vue, Angular</a:t>
            </a:r>
            <a:endParaRPr lang="en-IN" dirty="0"/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0DE12A2-A505-440D-41E3-57B27D525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3️⃣ Why Tailwind is Popular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0857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06E9E-11BE-C46C-1C44-CDE22F622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6F7844-316C-CE6D-1FB1-8002A5D97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3️⃣ Tailwind Concerns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C399C19-7A5D-F4E8-272F-9CAC4EE223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9134843"/>
              </p:ext>
            </p:extLst>
          </p:nvPr>
        </p:nvGraphicFramePr>
        <p:xfrm>
          <a:off x="381000" y="1947687"/>
          <a:ext cx="8228012" cy="146304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2478652626"/>
                    </a:ext>
                  </a:extLst>
                </a:gridCol>
                <a:gridCol w="6094412">
                  <a:extLst>
                    <a:ext uri="{9D8B030D-6E8A-4147-A177-3AD203B41FA5}">
                      <a16:colId xmlns:a16="http://schemas.microsoft.com/office/drawing/2014/main" val="154975145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Concern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Solution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045194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HTML looks long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Components solve this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811751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Hard to read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Use formatting &amp; grouping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22514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Reuse styles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Use @apply or components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67401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643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6B80117-3F35-228C-448C-75492819E81B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b="1" dirty="0"/>
              <a:t>Step 1: Install Tailwind</a:t>
            </a:r>
          </a:p>
          <a:p>
            <a:r>
              <a:rPr lang="en-IN" dirty="0" err="1"/>
              <a:t>npm</a:t>
            </a:r>
            <a:r>
              <a:rPr lang="en-IN" dirty="0"/>
              <a:t> install -D </a:t>
            </a:r>
            <a:r>
              <a:rPr lang="en-IN" dirty="0" err="1"/>
              <a:t>tailwindcss</a:t>
            </a:r>
            <a:r>
              <a:rPr lang="en-IN" dirty="0"/>
              <a:t> </a:t>
            </a:r>
            <a:r>
              <a:rPr lang="en-IN" dirty="0" err="1"/>
              <a:t>postcss</a:t>
            </a:r>
            <a:r>
              <a:rPr lang="en-IN" dirty="0"/>
              <a:t> </a:t>
            </a:r>
            <a:r>
              <a:rPr lang="en-IN" dirty="0" err="1"/>
              <a:t>autoprefixer</a:t>
            </a:r>
            <a:endParaRPr lang="en-IN" dirty="0"/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1665761-7D2E-9B82-6E73-3EE21CDE1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4️⃣ Tailwind Installation (Vite + React)</a:t>
            </a:r>
          </a:p>
        </p:txBody>
      </p:sp>
    </p:spTree>
    <p:extLst>
      <p:ext uri="{BB962C8B-B14F-4D97-AF65-F5344CB8AC3E}">
        <p14:creationId xmlns:p14="http://schemas.microsoft.com/office/powerpoint/2010/main" val="4136273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581E6-FBBD-0C1F-DE09-9745AF370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75685E0-6ECD-7553-91B7-1DD2048D769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1" y="1381125"/>
            <a:ext cx="8228012" cy="676275"/>
          </a:xfrm>
        </p:spPr>
        <p:txBody>
          <a:bodyPr/>
          <a:lstStyle/>
          <a:p>
            <a:r>
              <a:rPr lang="en-US" b="1" dirty="0"/>
              <a:t>Step 2: Configure </a:t>
            </a:r>
            <a:r>
              <a:rPr lang="en-US" b="1" dirty="0" err="1"/>
              <a:t>postcss.config.mjs</a:t>
            </a:r>
            <a:endParaRPr lang="en-US" b="1" dirty="0"/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E160297-8149-627C-600E-3043BBA20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4️⃣ Tailwind Installation (Vite + React)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75F7812-41A6-9CF4-57C8-6A606FBD81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500" t="8667" r="47500" b="74113"/>
          <a:stretch>
            <a:fillRect/>
          </a:stretch>
        </p:blipFill>
        <p:spPr>
          <a:xfrm>
            <a:off x="914400" y="2057400"/>
            <a:ext cx="6371924" cy="27432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2CE586D-4517-284D-6A3D-E1B2A0F31733}"/>
              </a:ext>
            </a:extLst>
          </p:cNvPr>
          <p:cNvSpPr txBox="1"/>
          <p:nvPr/>
        </p:nvSpPr>
        <p:spPr>
          <a:xfrm>
            <a:off x="2629301" y="5029200"/>
            <a:ext cx="314701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export default {</a:t>
            </a:r>
          </a:p>
          <a:p>
            <a:r>
              <a:rPr lang="en-IN" dirty="0"/>
              <a:t>  plugins: {</a:t>
            </a:r>
          </a:p>
          <a:p>
            <a:r>
              <a:rPr lang="en-IN" dirty="0"/>
              <a:t>    "@</a:t>
            </a:r>
            <a:r>
              <a:rPr lang="en-IN" dirty="0" err="1"/>
              <a:t>tailwindcss</a:t>
            </a:r>
            <a:r>
              <a:rPr lang="en-IN" dirty="0"/>
              <a:t>/</a:t>
            </a:r>
            <a:r>
              <a:rPr lang="en-IN" dirty="0" err="1"/>
              <a:t>postcss</a:t>
            </a:r>
            <a:r>
              <a:rPr lang="en-IN" dirty="0"/>
              <a:t>": {},</a:t>
            </a:r>
          </a:p>
          <a:p>
            <a:r>
              <a:rPr lang="en-IN" dirty="0"/>
              <a:t> 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6598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D3ED5-93D6-BB05-AC87-2DA0AF89B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EDA9A06-2C90-11CD-D822-ACBE28C22AD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1" y="1381125"/>
            <a:ext cx="8228012" cy="676275"/>
          </a:xfrm>
        </p:spPr>
        <p:txBody>
          <a:bodyPr/>
          <a:lstStyle/>
          <a:p>
            <a:r>
              <a:rPr lang="en-IN" dirty="0"/>
              <a:t>Step3: Add @import "</a:t>
            </a:r>
            <a:r>
              <a:rPr lang="en-IN" dirty="0" err="1"/>
              <a:t>tailwindcss</a:t>
            </a:r>
            <a:r>
              <a:rPr lang="en-IN" dirty="0"/>
              <a:t>"; in root </a:t>
            </a:r>
            <a:r>
              <a:rPr lang="en-IN" dirty="0" err="1"/>
              <a:t>css</a:t>
            </a:r>
            <a:r>
              <a:rPr lang="en-IN" dirty="0"/>
              <a:t> file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06A14FE-2C77-9624-01CB-7E356C31D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4️⃣ Tailwind Installation (Vite + React)</a:t>
            </a:r>
          </a:p>
        </p:txBody>
      </p:sp>
    </p:spTree>
    <p:extLst>
      <p:ext uri="{BB962C8B-B14F-4D97-AF65-F5344CB8AC3E}">
        <p14:creationId xmlns:p14="http://schemas.microsoft.com/office/powerpoint/2010/main" val="1808586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B2A08-1AFC-C71A-8FA1-14156DAE6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E6D2A14-9783-FC61-1F0B-BE24FCAC3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5️⃣ Core Tailwind Building Blocks</a:t>
            </a:r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AD808E0-703E-17AB-5173-F9B105D76B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1150122"/>
              </p:ext>
            </p:extLst>
          </p:nvPr>
        </p:nvGraphicFramePr>
        <p:xfrm>
          <a:off x="457200" y="2696051"/>
          <a:ext cx="8228012" cy="219456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3819807281"/>
                    </a:ext>
                  </a:extLst>
                </a:gridCol>
                <a:gridCol w="5713412">
                  <a:extLst>
                    <a:ext uri="{9D8B030D-6E8A-4147-A177-3AD203B41FA5}">
                      <a16:colId xmlns:a16="http://schemas.microsoft.com/office/drawing/2014/main" val="311583689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44873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p-*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padding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161479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m-*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margin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286274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w-*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width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526825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h-*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height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800567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border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border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713701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0FFADC8-979E-AD79-8847-806B350E53A7}"/>
              </a:ext>
            </a:extLst>
          </p:cNvPr>
          <p:cNvSpPr txBox="1"/>
          <p:nvPr/>
        </p:nvSpPr>
        <p:spPr>
          <a:xfrm>
            <a:off x="457200" y="1589854"/>
            <a:ext cx="80137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&lt;div class="p-4 m-2 w-64 h-32 border rounded-lg"&gt;&lt;/div&gt;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8085782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12107-026A-D1DE-0119-8B6886C2C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8089F5B-C929-478D-BA4C-0479F8A33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5️⃣ Core Tailwind Building Blocks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08B4A-D0FC-D851-5DAE-3B66C49E27AA}"/>
              </a:ext>
            </a:extLst>
          </p:cNvPr>
          <p:cNvSpPr txBox="1"/>
          <p:nvPr/>
        </p:nvSpPr>
        <p:spPr>
          <a:xfrm>
            <a:off x="457200" y="1589854"/>
            <a:ext cx="17716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🔹 Flexbox</a:t>
            </a:r>
          </a:p>
        </p:txBody>
      </p:sp>
      <p:pic>
        <p:nvPicPr>
          <p:cNvPr id="6" name="Picture 5" descr="A computer code with green and red text&#10;&#10;AI-generated content may be incorrect.">
            <a:extLst>
              <a:ext uri="{FF2B5EF4-FFF2-40B4-BE49-F238E27FC236}">
                <a16:creationId xmlns:a16="http://schemas.microsoft.com/office/drawing/2014/main" id="{108971F6-167C-8CC4-A92C-AE900E48E2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133600"/>
            <a:ext cx="5001323" cy="1771897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5E76FD1-8879-5D33-06AB-3EE343E33C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0668726"/>
              </p:ext>
            </p:extLst>
          </p:nvPr>
        </p:nvGraphicFramePr>
        <p:xfrm>
          <a:off x="468254" y="4267200"/>
          <a:ext cx="8228012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570346">
                  <a:extLst>
                    <a:ext uri="{9D8B030D-6E8A-4147-A177-3AD203B41FA5}">
                      <a16:colId xmlns:a16="http://schemas.microsoft.com/office/drawing/2014/main" val="978958246"/>
                    </a:ext>
                  </a:extLst>
                </a:gridCol>
                <a:gridCol w="4657666">
                  <a:extLst>
                    <a:ext uri="{9D8B030D-6E8A-4147-A177-3AD203B41FA5}">
                      <a16:colId xmlns:a16="http://schemas.microsoft.com/office/drawing/2014/main" val="130607847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Utility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88841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flex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display flex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85642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justify-center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horizontal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404797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items-center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vertical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951007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gap-4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spacing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17416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14697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CD10F-673F-B3EF-B7BE-7646C4609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1D5D5D1-6180-2AB3-D350-AA198B5F9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5️⃣ Core Tailwind Building Blocks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D9B698-AC57-DEFA-C505-B17FD01A67FC}"/>
              </a:ext>
            </a:extLst>
          </p:cNvPr>
          <p:cNvSpPr txBox="1"/>
          <p:nvPr/>
        </p:nvSpPr>
        <p:spPr>
          <a:xfrm>
            <a:off x="457200" y="1589854"/>
            <a:ext cx="12747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🔹 Grid</a:t>
            </a:r>
          </a:p>
        </p:txBody>
      </p:sp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4C197092-4DAD-ED1A-CCC4-FF0A118A5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346" y="2556872"/>
            <a:ext cx="3953427" cy="219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9339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8B9A5-7620-F374-E346-121AD3BDC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B73AB2B-63E2-34A2-94C5-E400601A4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5️⃣ Core Tailwind Building Blocks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C13AA0-BD5A-B29C-9F7B-F36BDAA8D5D9}"/>
              </a:ext>
            </a:extLst>
          </p:cNvPr>
          <p:cNvSpPr txBox="1"/>
          <p:nvPr/>
        </p:nvSpPr>
        <p:spPr>
          <a:xfrm>
            <a:off x="457200" y="1589854"/>
            <a:ext cx="23822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🔹 Typography</a:t>
            </a:r>
          </a:p>
        </p:txBody>
      </p:sp>
      <p:pic>
        <p:nvPicPr>
          <p:cNvPr id="6" name="Picture 5" descr="A green text on a white background&#10;&#10;AI-generated content may be incorrect.">
            <a:extLst>
              <a:ext uri="{FF2B5EF4-FFF2-40B4-BE49-F238E27FC236}">
                <a16:creationId xmlns:a16="http://schemas.microsoft.com/office/drawing/2014/main" id="{2465CFC9-A83F-7E36-2679-96295BC794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286000"/>
            <a:ext cx="5687029" cy="1676400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E973C28-AC97-AB92-DB5E-6D4E748B2E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5805244"/>
              </p:ext>
            </p:extLst>
          </p:nvPr>
        </p:nvGraphicFramePr>
        <p:xfrm>
          <a:off x="449003" y="4267200"/>
          <a:ext cx="8228012" cy="146304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114006">
                  <a:extLst>
                    <a:ext uri="{9D8B030D-6E8A-4147-A177-3AD203B41FA5}">
                      <a16:colId xmlns:a16="http://schemas.microsoft.com/office/drawing/2014/main" val="3901500886"/>
                    </a:ext>
                  </a:extLst>
                </a:gridCol>
                <a:gridCol w="4114006">
                  <a:extLst>
                    <a:ext uri="{9D8B030D-6E8A-4147-A177-3AD203B41FA5}">
                      <a16:colId xmlns:a16="http://schemas.microsoft.com/office/drawing/2014/main" val="560057859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Utility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649833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text-sm/xl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font size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568341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font-bold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weight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68335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text-center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alignment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00497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29190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39D12-397F-6D60-5EBC-969E13835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4C9EDAE-678C-7AE8-92D8-212188176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6️⃣ </a:t>
            </a:r>
            <a:r>
              <a:rPr lang="en-IN" dirty="0" err="1"/>
              <a:t>Colors</a:t>
            </a:r>
            <a:r>
              <a:rPr lang="en-IN" dirty="0"/>
              <a:t> System</a:t>
            </a:r>
          </a:p>
        </p:txBody>
      </p:sp>
      <p:pic>
        <p:nvPicPr>
          <p:cNvPr id="5" name="Picture 4" descr="A close-up of a computer code&#10;&#10;AI-generated content may be incorrect.">
            <a:extLst>
              <a:ext uri="{FF2B5EF4-FFF2-40B4-BE49-F238E27FC236}">
                <a16:creationId xmlns:a16="http://schemas.microsoft.com/office/drawing/2014/main" id="{9C1B9784-EEEC-1F20-82A4-1788449D8D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00200"/>
            <a:ext cx="5372850" cy="1038370"/>
          </a:xfrm>
          <a:prstGeom prst="rect">
            <a:avLst/>
          </a:prstGeom>
        </p:spPr>
      </p:pic>
      <p:pic>
        <p:nvPicPr>
          <p:cNvPr id="9" name="Picture 8" descr="A screenshot of a phone&#10;&#10;AI-generated content may be incorrect.">
            <a:extLst>
              <a:ext uri="{FF2B5EF4-FFF2-40B4-BE49-F238E27FC236}">
                <a16:creationId xmlns:a16="http://schemas.microsoft.com/office/drawing/2014/main" id="{E21E60AD-28CB-6C31-D7D0-41423A189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124200"/>
            <a:ext cx="2105319" cy="2486372"/>
          </a:xfrm>
          <a:prstGeom prst="rect">
            <a:avLst/>
          </a:prstGeom>
        </p:spPr>
      </p:pic>
      <p:pic>
        <p:nvPicPr>
          <p:cNvPr id="11" name="Picture 10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B56631B7-D04A-5EB4-AF91-29A3A2CBE3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0" y="3104949"/>
            <a:ext cx="2143424" cy="291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9363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F5B529-8B00-FB4A-AC26-958390EFD5E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1" y="1381125"/>
            <a:ext cx="8228012" cy="447675"/>
          </a:xfrm>
        </p:spPr>
        <p:txBody>
          <a:bodyPr/>
          <a:lstStyle/>
          <a:p>
            <a:r>
              <a:rPr lang="en-IN" dirty="0"/>
              <a:t>Tailwind uses </a:t>
            </a:r>
            <a:r>
              <a:rPr lang="en-IN" b="1" dirty="0"/>
              <a:t>mobile-first breakpoints</a:t>
            </a:r>
            <a:r>
              <a:rPr lang="en-IN" dirty="0"/>
              <a:t>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A997B72-576F-33A7-0A37-245B9A87F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7️⃣ Responsive Design (VERY IMPORTANT)</a:t>
            </a:r>
          </a:p>
        </p:txBody>
      </p:sp>
      <p:pic>
        <p:nvPicPr>
          <p:cNvPr id="5" name="Picture 4" descr="A close-up of a computer code&#10;&#10;AI-generated content may be incorrect.">
            <a:extLst>
              <a:ext uri="{FF2B5EF4-FFF2-40B4-BE49-F238E27FC236}">
                <a16:creationId xmlns:a16="http://schemas.microsoft.com/office/drawing/2014/main" id="{F7E1CBAD-A59F-D496-EF04-6678B1033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14339"/>
            <a:ext cx="4610743" cy="943107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B65F607-463C-4F94-82A3-2BB40FA5A3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9463730"/>
              </p:ext>
            </p:extLst>
          </p:nvPr>
        </p:nvGraphicFramePr>
        <p:xfrm>
          <a:off x="685800" y="3276600"/>
          <a:ext cx="8228012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2440722722"/>
                    </a:ext>
                  </a:extLst>
                </a:gridCol>
                <a:gridCol w="4875212">
                  <a:extLst>
                    <a:ext uri="{9D8B030D-6E8A-4147-A177-3AD203B41FA5}">
                      <a16:colId xmlns:a16="http://schemas.microsoft.com/office/drawing/2014/main" val="43180799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Prefix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Screen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737568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sm: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≥640px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842374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md: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≥768px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204025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lg: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≥1024px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2274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xl: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≥1280px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01753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6307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9D18456-0031-33C4-5B40-BEAAD5A73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8️⃣ Hover, Focus, Active States</a:t>
            </a:r>
            <a:endParaRPr lang="en-IN" dirty="0"/>
          </a:p>
        </p:txBody>
      </p:sp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734C685B-7441-CB08-9160-21FA406D6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905000"/>
            <a:ext cx="2819794" cy="2410161"/>
          </a:xfrm>
          <a:prstGeom prst="rect">
            <a:avLst/>
          </a:prstGeom>
        </p:spPr>
      </p:pic>
      <p:pic>
        <p:nvPicPr>
          <p:cNvPr id="7" name="Picture 6" descr="A screenshot of a phone&#10;&#10;AI-generated content may be incorrect.">
            <a:extLst>
              <a:ext uri="{FF2B5EF4-FFF2-40B4-BE49-F238E27FC236}">
                <a16:creationId xmlns:a16="http://schemas.microsoft.com/office/drawing/2014/main" id="{2CAE1CC9-FD34-83B6-040E-BE247650F0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905000"/>
            <a:ext cx="2067213" cy="1771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1450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04472-762F-6226-07B1-618AD99A2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3103A1-66C6-9A2F-5A59-27395DCD8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9️⃣ Dark Mode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EED0FC3-A3E4-E06C-85F3-834EF8BCC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42892"/>
            <a:ext cx="5867400" cy="3280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9183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507D7-12D0-5624-1AC5-53621AD73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CA5657C-0AEE-17CC-B25D-26C57951D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🔟 Reusing Styles (@apply)</a:t>
            </a:r>
          </a:p>
        </p:txBody>
      </p:sp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C473CBAB-3AAF-C2C4-605A-3F0504622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41567"/>
            <a:ext cx="5420481" cy="3486637"/>
          </a:xfrm>
          <a:prstGeom prst="rect">
            <a:avLst/>
          </a:prstGeom>
        </p:spPr>
      </p:pic>
      <p:pic>
        <p:nvPicPr>
          <p:cNvPr id="7" name="Picture 6" descr="A white background with green and yellow text&#10;&#10;AI-generated content may be incorrect.">
            <a:extLst>
              <a:ext uri="{FF2B5EF4-FFF2-40B4-BE49-F238E27FC236}">
                <a16:creationId xmlns:a16="http://schemas.microsoft.com/office/drawing/2014/main" id="{6052E81C-D078-D334-EDF9-4E639B3D8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5154139"/>
            <a:ext cx="4334480" cy="153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1920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FBB3E-B1AD-2188-B722-C33FBBE2D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6CD5B0D-6D0F-249F-35D8-F34281771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1️⃣1️⃣ Tailwind in React (Best Practices)</a:t>
            </a:r>
            <a:endParaRPr lang="en-IN" dirty="0"/>
          </a:p>
        </p:txBody>
      </p:sp>
      <p:pic>
        <p:nvPicPr>
          <p:cNvPr id="4" name="Picture 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7679FD46-091F-634C-5200-28A9B25E6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00200"/>
            <a:ext cx="6634552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5362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DA0BA-9887-3D07-E599-3AB7BDCF3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10FFC73-31B3-CED1-1230-FB6A1359C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1️⃣2️⃣ Tailwind vs Bootstrap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9BE6E5F-A12A-6D04-8658-4B4769E229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2995612"/>
              </p:ext>
            </p:extLst>
          </p:nvPr>
        </p:nvGraphicFramePr>
        <p:xfrm>
          <a:off x="457200" y="2878931"/>
          <a:ext cx="8228013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742671">
                  <a:extLst>
                    <a:ext uri="{9D8B030D-6E8A-4147-A177-3AD203B41FA5}">
                      <a16:colId xmlns:a16="http://schemas.microsoft.com/office/drawing/2014/main" val="3882979646"/>
                    </a:ext>
                  </a:extLst>
                </a:gridCol>
                <a:gridCol w="2742671">
                  <a:extLst>
                    <a:ext uri="{9D8B030D-6E8A-4147-A177-3AD203B41FA5}">
                      <a16:colId xmlns:a16="http://schemas.microsoft.com/office/drawing/2014/main" val="3931300584"/>
                    </a:ext>
                  </a:extLst>
                </a:gridCol>
                <a:gridCol w="2742671">
                  <a:extLst>
                    <a:ext uri="{9D8B030D-6E8A-4147-A177-3AD203B41FA5}">
                      <a16:colId xmlns:a16="http://schemas.microsoft.com/office/drawing/2014/main" val="13743626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Tailwind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Bootstrap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0555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Design freedom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⭐⭐⭐⭐⭐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⭐⭐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69668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File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Small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Large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24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Custom UI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Easy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Hard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05845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Learning curve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Easy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55660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91531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B3A22-38E1-7CC9-3965-4DB687D4F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EDB37D-BBD6-378D-CBF4-C11813340F8F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✅ Use Tailwind if:</a:t>
            </a:r>
          </a:p>
          <a:p>
            <a:r>
              <a:rPr lang="en-US" dirty="0"/>
              <a:t>React / Vite / Next.js</a:t>
            </a:r>
          </a:p>
          <a:p>
            <a:r>
              <a:rPr lang="en-US" dirty="0"/>
              <a:t>Custom UI design</a:t>
            </a:r>
          </a:p>
          <a:p>
            <a:r>
              <a:rPr lang="en-US" dirty="0"/>
              <a:t>Design systems</a:t>
            </a:r>
          </a:p>
          <a:p>
            <a:r>
              <a:rPr lang="en-US" dirty="0"/>
              <a:t>Performance matters</a:t>
            </a:r>
          </a:p>
          <a:p>
            <a:r>
              <a:rPr lang="en-US" dirty="0"/>
              <a:t>❌ Avoid if:</a:t>
            </a:r>
          </a:p>
          <a:p>
            <a:r>
              <a:rPr lang="en-US" dirty="0"/>
              <a:t>You want ready-made components only</a:t>
            </a:r>
          </a:p>
          <a:p>
            <a:r>
              <a:rPr lang="en-US" dirty="0"/>
              <a:t>Minimal customization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08AE2AB-8565-D113-E3D8-096A82EC5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1️⃣3️⃣ When to Use Tailwind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55612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148AB-261F-BC83-79B0-1BAAFF866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FA2A5-48B0-D342-D825-01C6530553F7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&lt;div </a:t>
            </a:r>
            <a:r>
              <a:rPr lang="en-US" dirty="0" err="1"/>
              <a:t>className</a:t>
            </a:r>
            <a:r>
              <a:rPr lang="en-US" dirty="0"/>
              <a:t>="max-w-md mx-auto p-6 </a:t>
            </a:r>
            <a:r>
              <a:rPr lang="en-US" dirty="0" err="1"/>
              <a:t>bg</a:t>
            </a:r>
            <a:r>
              <a:rPr lang="en-US" dirty="0"/>
              <a:t>-white rounded-lg shadow"&gt;</a:t>
            </a:r>
          </a:p>
          <a:p>
            <a:pPr marL="0" indent="0">
              <a:buNone/>
            </a:pPr>
            <a:r>
              <a:rPr lang="en-US" dirty="0"/>
              <a:t>  &lt;h2 </a:t>
            </a:r>
            <a:r>
              <a:rPr lang="en-US" dirty="0" err="1"/>
              <a:t>className</a:t>
            </a:r>
            <a:r>
              <a:rPr lang="en-US" dirty="0"/>
              <a:t>="text-xl font-bold mb-4"&gt;Login&lt;/h2&gt;</a:t>
            </a:r>
          </a:p>
          <a:p>
            <a:pPr marL="0" indent="0">
              <a:buNone/>
            </a:pPr>
            <a:r>
              <a:rPr lang="en-US" dirty="0"/>
              <a:t>  &lt;input </a:t>
            </a:r>
            <a:r>
              <a:rPr lang="en-US" dirty="0" err="1"/>
              <a:t>className</a:t>
            </a:r>
            <a:r>
              <a:rPr lang="en-US" dirty="0"/>
              <a:t>="border p-2 w-full mb-3 rounded" /&gt;</a:t>
            </a:r>
          </a:p>
          <a:p>
            <a:pPr marL="0" indent="0">
              <a:buNone/>
            </a:pPr>
            <a:r>
              <a:rPr lang="en-US" dirty="0"/>
              <a:t>  &lt;button </a:t>
            </a:r>
            <a:r>
              <a:rPr lang="en-US" dirty="0" err="1"/>
              <a:t>className</a:t>
            </a:r>
            <a:r>
              <a:rPr lang="en-US" dirty="0"/>
              <a:t>="w-full bg-blue-600 text-white py-2 rounded"&gt;</a:t>
            </a:r>
          </a:p>
          <a:p>
            <a:pPr marL="0" indent="0">
              <a:buNone/>
            </a:pPr>
            <a:r>
              <a:rPr lang="en-US" dirty="0"/>
              <a:t>    Login</a:t>
            </a:r>
          </a:p>
          <a:p>
            <a:pPr marL="0" indent="0">
              <a:buNone/>
            </a:pPr>
            <a:r>
              <a:rPr lang="en-US" dirty="0"/>
              <a:t>  &lt;/button&gt;</a:t>
            </a:r>
          </a:p>
          <a:p>
            <a:pPr marL="0" indent="0">
              <a:buNone/>
            </a:pPr>
            <a:r>
              <a:rPr lang="en-US" dirty="0"/>
              <a:t>&lt;/div&gt;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D1B12C1-34CF-0863-6453-2A973C699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1️⃣4️⃣ Real-World Example</a:t>
            </a:r>
          </a:p>
        </p:txBody>
      </p:sp>
    </p:spTree>
    <p:extLst>
      <p:ext uri="{BB962C8B-B14F-4D97-AF65-F5344CB8AC3E}">
        <p14:creationId xmlns:p14="http://schemas.microsoft.com/office/powerpoint/2010/main" val="3898529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1️⃣ What is Tailwind CSS?</a:t>
            </a:r>
          </a:p>
          <a:p>
            <a:r>
              <a:rPr lang="en-US" dirty="0"/>
              <a:t>2️⃣ Utility-First Philosophy (Core Concept)</a:t>
            </a:r>
          </a:p>
          <a:p>
            <a:r>
              <a:rPr lang="en-US" dirty="0"/>
              <a:t>3️⃣ Why Tailwind is Popular</a:t>
            </a:r>
          </a:p>
          <a:p>
            <a:r>
              <a:rPr lang="en-IN" dirty="0"/>
              <a:t>4️⃣ Tailwind Installation (Vite + React)</a:t>
            </a:r>
          </a:p>
          <a:p>
            <a:r>
              <a:rPr lang="en-US" dirty="0"/>
              <a:t>5️⃣ Core Tailwind Building Blocks</a:t>
            </a:r>
          </a:p>
          <a:p>
            <a:r>
              <a:rPr lang="en-IN" dirty="0"/>
              <a:t>6️⃣ </a:t>
            </a:r>
            <a:r>
              <a:rPr lang="en-IN" dirty="0" err="1"/>
              <a:t>Colors</a:t>
            </a:r>
            <a:r>
              <a:rPr lang="en-IN" dirty="0"/>
              <a:t> System</a:t>
            </a:r>
          </a:p>
          <a:p>
            <a:r>
              <a:rPr lang="en-IN" dirty="0"/>
              <a:t>7️⃣ Responsive Design (VERY IMPORTANT)</a:t>
            </a:r>
          </a:p>
          <a:p>
            <a:r>
              <a:rPr lang="en-US" dirty="0"/>
              <a:t>8️⃣ Hover, Focus, Active States</a:t>
            </a:r>
          </a:p>
          <a:p>
            <a:r>
              <a:rPr lang="en-IN" dirty="0"/>
              <a:t>9️⃣ Dark Mode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Summary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1"/>
</p:tagLst>
</file>

<file path=ppt/theme/theme1.xml><?xml version="1.0" encoding="utf-8"?>
<a:theme xmlns:a="http://schemas.openxmlformats.org/drawingml/2006/main" name="Pencils_02_2012">
  <a:themeElements>
    <a:clrScheme name="SWF Template">
      <a:dk1>
        <a:srgbClr val="000000"/>
      </a:dk1>
      <a:lt1>
        <a:sysClr val="window" lastClr="FFFFFF"/>
      </a:lt1>
      <a:dk2>
        <a:srgbClr val="002266"/>
      </a:dk2>
      <a:lt2>
        <a:srgbClr val="BBBB00"/>
      </a:lt2>
      <a:accent1>
        <a:srgbClr val="00BBEE"/>
      </a:accent1>
      <a:accent2>
        <a:srgbClr val="FF9900"/>
      </a:accent2>
      <a:accent3>
        <a:srgbClr val="BBBB00"/>
      </a:accent3>
      <a:accent4>
        <a:srgbClr val="002266"/>
      </a:accent4>
      <a:accent5>
        <a:srgbClr val="DD4411"/>
      </a:accent5>
      <a:accent6>
        <a:srgbClr val="E1DD00"/>
      </a:accent6>
      <a:hlink>
        <a:srgbClr val="FF9900"/>
      </a:hlink>
      <a:folHlink>
        <a:srgbClr val="002266"/>
      </a:folHlink>
    </a:clrScheme>
    <a:fontScheme name="Accentur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104DE32136F4D4F8B91DE44C434FF89" ma:contentTypeVersion="0" ma:contentTypeDescription="Create a new document." ma:contentTypeScope="" ma:versionID="51781ce6f9edcc76a54a87506d8d885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64490b4aec6201516c3a874156f37b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514F291-B47C-48A1-B199-EBD0A7B4E780}">
  <ds:schemaRefs>
    <ds:schemaRef ds:uri="http://schemas.microsoft.com/office/2006/documentManagement/types"/>
    <ds:schemaRef ds:uri="http://www.w3.org/XML/1998/namespace"/>
    <ds:schemaRef ds:uri="http://purl.org/dc/terms/"/>
    <ds:schemaRef ds:uri="http://purl.org/dc/elements/1.1/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C81C72F5-E8DF-4294-BFF4-1725915F864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69A6220E-5020-4ACE-A33D-0A412E4F470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Pencils_02_2012</Template>
  <TotalTime>16462</TotalTime>
  <Words>621</Words>
  <Application>Microsoft Office PowerPoint</Application>
  <PresentationFormat>On-screen Show (4:3)</PresentationFormat>
  <Paragraphs>173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Pencils_02_2012</vt:lpstr>
      <vt:lpstr>PowerPoint Presentation</vt:lpstr>
      <vt:lpstr>Goals</vt:lpstr>
      <vt:lpstr>Goals</vt:lpstr>
      <vt:lpstr>1️⃣ What is Tailwind CSS? </vt:lpstr>
      <vt:lpstr>2️⃣ Utility-First Philosophy (Core Concept)</vt:lpstr>
      <vt:lpstr>3️⃣ Why Tailwind is Popular</vt:lpstr>
      <vt:lpstr>3️⃣ Tailwind Concerns</vt:lpstr>
      <vt:lpstr>4️⃣ Tailwind Installation (Vite + React)</vt:lpstr>
      <vt:lpstr>4️⃣ Tailwind Installation (Vite + React)</vt:lpstr>
      <vt:lpstr>4️⃣ Tailwind Installation (Vite + React)</vt:lpstr>
      <vt:lpstr>5️⃣ Core Tailwind Building Blocks</vt:lpstr>
      <vt:lpstr>5️⃣ Core Tailwind Building Blocks</vt:lpstr>
      <vt:lpstr>5️⃣ Core Tailwind Building Blocks</vt:lpstr>
      <vt:lpstr>5️⃣ Core Tailwind Building Blocks</vt:lpstr>
      <vt:lpstr>6️⃣ Colors System</vt:lpstr>
      <vt:lpstr>7️⃣ Responsive Design (VERY IMPORTANT)</vt:lpstr>
      <vt:lpstr>8️⃣ Hover, Focus, Active States</vt:lpstr>
      <vt:lpstr>9️⃣ Dark Mode</vt:lpstr>
      <vt:lpstr>🔟 Reusing Styles (@apply)</vt:lpstr>
      <vt:lpstr>1️⃣1️⃣ Tailwind in React (Best Practices)</vt:lpstr>
      <vt:lpstr>1️⃣2️⃣ Tailwind vs Bootstrap</vt:lpstr>
      <vt:lpstr>1️⃣3️⃣ When to Use Tailwind</vt:lpstr>
      <vt:lpstr>1️⃣4️⃣ Real-World Example</vt:lpstr>
      <vt:lpstr>PowerPoint Presentation</vt:lpstr>
      <vt:lpstr>Module Summary</vt:lpstr>
    </vt:vector>
  </TitlesOfParts>
  <Company>Accenture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erica.l.moeser</dc:creator>
  <dc:description/>
  <cp:lastModifiedBy>Parameswari Ettiappan</cp:lastModifiedBy>
  <cp:revision>1113</cp:revision>
  <dcterms:created xsi:type="dcterms:W3CDTF">2012-03-13T15:47:14Z</dcterms:created>
  <dcterms:modified xsi:type="dcterms:W3CDTF">2025-12-19T04:23:44Z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UseProject">
    <vt:lpwstr>1</vt:lpwstr>
  </property>
  <property fmtid="{D5CDD505-2E9C-101B-9397-08002B2CF9AE}" pid="3" name="ArticulatePath">
    <vt:lpwstr>DH_PPT_012012_LEO</vt:lpwstr>
  </property>
  <property fmtid="{D5CDD505-2E9C-101B-9397-08002B2CF9AE}" pid="4" name="ArticulateGUID">
    <vt:lpwstr>AAA9661D-BB09-40B4-9621-E5DD34F7073B</vt:lpwstr>
  </property>
  <property fmtid="{D5CDD505-2E9C-101B-9397-08002B2CF9AE}" pid="5" name="ArticulateProjectFull">
    <vt:lpwstr>F:\PROJECTS\JohnsonBeesley\Accenture\Accenture_PPT_020412_LEO.ppta</vt:lpwstr>
  </property>
  <property fmtid="{D5CDD505-2E9C-101B-9397-08002B2CF9AE}" pid="6" name="ContentTypeId">
    <vt:lpwstr>0x0101003104DE32136F4D4F8B91DE44C434FF89</vt:lpwstr>
  </property>
</Properties>
</file>